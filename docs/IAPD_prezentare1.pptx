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335" r:id="rId5"/>
    <p:sldId id="349" r:id="rId6"/>
    <p:sldId id="348" r:id="rId7"/>
    <p:sldId id="336" r:id="rId8"/>
    <p:sldId id="352" r:id="rId9"/>
    <p:sldId id="351" r:id="rId10"/>
    <p:sldId id="350" r:id="rId11"/>
    <p:sldId id="353" r:id="rId12"/>
    <p:sldId id="340" r:id="rId13"/>
    <p:sldId id="354" r:id="rId14"/>
    <p:sldId id="34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6504" userDrawn="1">
          <p15:clr>
            <a:srgbClr val="A4A3A4"/>
          </p15:clr>
        </p15:guide>
        <p15:guide id="3" orient="horz" pos="3696" userDrawn="1">
          <p15:clr>
            <a:srgbClr val="A4A3A4"/>
          </p15:clr>
        </p15:guide>
        <p15:guide id="4" orient="horz" pos="19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8C8A"/>
    <a:srgbClr val="0A40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94" autoAdjust="0"/>
  </p:normalViewPr>
  <p:slideViewPr>
    <p:cSldViewPr snapToGrid="0">
      <p:cViewPr varScale="1">
        <p:scale>
          <a:sx n="78" d="100"/>
          <a:sy n="78" d="100"/>
        </p:scale>
        <p:origin x="878" y="91"/>
      </p:cViewPr>
      <p:guideLst>
        <p:guide pos="6504"/>
        <p:guide orient="horz" pos="3696"/>
        <p:guide orient="horz" pos="196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B89369-1A28-47EF-9669-9B9D17897AAA}" type="doc">
      <dgm:prSet loTypeId="urn:microsoft.com/office/officeart/2005/8/layout/vList2" loCatId="list" qsTypeId="urn:microsoft.com/office/officeart/2005/8/quickstyle/simple5" qsCatId="simple" csTypeId="urn:microsoft.com/office/officeart/2005/8/colors/accent2_2" csCatId="accent2" phldr="1"/>
      <dgm:spPr/>
      <dgm:t>
        <a:bodyPr/>
        <a:lstStyle/>
        <a:p>
          <a:endParaRPr lang="en-US"/>
        </a:p>
      </dgm:t>
    </dgm:pt>
    <dgm:pt modelId="{B8DADBCD-B1D9-4C79-9A48-EF246C8A895B}">
      <dgm:prSet/>
      <dgm:spPr>
        <a:solidFill>
          <a:schemeClr val="accent1">
            <a:lumMod val="75000"/>
          </a:schemeClr>
        </a:solidFill>
      </dgm:spPr>
      <dgm:t>
        <a:bodyPr/>
        <a:lstStyle/>
        <a:p>
          <a:r>
            <a:rPr lang="ro-RO" dirty="0"/>
            <a:t>În continuare, dataframe-ul obținut a fost curățat, deaorece datele obținute direct de pe Wikidata nu au un format adecvat</a:t>
          </a:r>
          <a:endParaRPr lang="en-US" dirty="0"/>
        </a:p>
      </dgm:t>
    </dgm:pt>
    <dgm:pt modelId="{85890111-EFC8-46B7-B866-6DAC8495C3D9}" type="parTrans" cxnId="{3D80287A-F8D5-4C6A-A335-4E0C5F2D7C6F}">
      <dgm:prSet/>
      <dgm:spPr/>
      <dgm:t>
        <a:bodyPr/>
        <a:lstStyle/>
        <a:p>
          <a:endParaRPr lang="en-US"/>
        </a:p>
      </dgm:t>
    </dgm:pt>
    <dgm:pt modelId="{F1B6785D-1450-454A-B925-B42F7E11736F}" type="sibTrans" cxnId="{3D80287A-F8D5-4C6A-A335-4E0C5F2D7C6F}">
      <dgm:prSet/>
      <dgm:spPr/>
      <dgm:t>
        <a:bodyPr/>
        <a:lstStyle/>
        <a:p>
          <a:endParaRPr lang="en-US"/>
        </a:p>
      </dgm:t>
    </dgm:pt>
    <dgm:pt modelId="{29C39A92-5129-45A5-A9D7-86A0038F7B7E}">
      <dgm:prSet/>
      <dgm:spPr>
        <a:solidFill>
          <a:schemeClr val="accent1">
            <a:lumMod val="75000"/>
          </a:schemeClr>
        </a:solidFill>
      </dgm:spPr>
      <dgm:t>
        <a:bodyPr/>
        <a:lstStyle/>
        <a:p>
          <a:r>
            <a:rPr lang="ro-RO"/>
            <a:t>Pentru început au fost eliminate intrările duplicate (intrări cu același artist și titlu al picturii)</a:t>
          </a:r>
          <a:endParaRPr lang="en-US"/>
        </a:p>
      </dgm:t>
    </dgm:pt>
    <dgm:pt modelId="{D0ADDEB3-091F-44D8-9103-511DDA6F27B9}" type="parTrans" cxnId="{984D988D-ECC2-42B6-9B15-320F2AA9A56D}">
      <dgm:prSet/>
      <dgm:spPr/>
      <dgm:t>
        <a:bodyPr/>
        <a:lstStyle/>
        <a:p>
          <a:endParaRPr lang="en-US"/>
        </a:p>
      </dgm:t>
    </dgm:pt>
    <dgm:pt modelId="{2ECFB379-8D48-42F1-ADC8-0D37A1E43016}" type="sibTrans" cxnId="{984D988D-ECC2-42B6-9B15-320F2AA9A56D}">
      <dgm:prSet/>
      <dgm:spPr/>
      <dgm:t>
        <a:bodyPr/>
        <a:lstStyle/>
        <a:p>
          <a:endParaRPr lang="en-US"/>
        </a:p>
      </dgm:t>
    </dgm:pt>
    <dgm:pt modelId="{E8318169-9ADC-4E27-8132-CD78439C7470}">
      <dgm:prSet/>
      <dgm:spPr>
        <a:solidFill>
          <a:srgbClr val="468C8A"/>
        </a:solidFill>
      </dgm:spPr>
      <dgm:t>
        <a:bodyPr/>
        <a:lstStyle/>
        <a:p>
          <a:r>
            <a:rPr lang="ro-RO" dirty="0"/>
            <a:t>Multe intrări au date lipsă, acestea au fost înlocuite cu </a:t>
          </a:r>
          <a:r>
            <a:rPr lang="en-GB" dirty="0"/>
            <a:t>‘Unknown’. </a:t>
          </a:r>
          <a:r>
            <a:rPr lang="ro-RO" dirty="0"/>
            <a:t>Însă, dacă datele lipsă sunt în feature-urile image_url, autor, title, year sau medium, intrarea respectivă a fost direct eliminată, acestea fiind feature-uri esențiale pentru setul de date</a:t>
          </a:r>
          <a:endParaRPr lang="en-US" dirty="0"/>
        </a:p>
      </dgm:t>
    </dgm:pt>
    <dgm:pt modelId="{1B6C3A26-100F-44E4-B694-878EC817D5D1}" type="parTrans" cxnId="{81154AA2-0AD5-4035-A962-5AFEACDC655E}">
      <dgm:prSet/>
      <dgm:spPr/>
      <dgm:t>
        <a:bodyPr/>
        <a:lstStyle/>
        <a:p>
          <a:endParaRPr lang="en-US"/>
        </a:p>
      </dgm:t>
    </dgm:pt>
    <dgm:pt modelId="{BACF6F79-D3E1-4533-889B-3F2EB443A3AB}" type="sibTrans" cxnId="{81154AA2-0AD5-4035-A962-5AFEACDC655E}">
      <dgm:prSet/>
      <dgm:spPr/>
      <dgm:t>
        <a:bodyPr/>
        <a:lstStyle/>
        <a:p>
          <a:endParaRPr lang="en-US"/>
        </a:p>
      </dgm:t>
    </dgm:pt>
    <dgm:pt modelId="{9CFBADF2-812D-4ACC-BA05-C82F6DCAE947}">
      <dgm:prSet/>
      <dgm:spPr>
        <a:solidFill>
          <a:srgbClr val="468C8A"/>
        </a:solidFill>
      </dgm:spPr>
      <dgm:t>
        <a:bodyPr/>
        <a:lstStyle/>
        <a:p>
          <a:r>
            <a:rPr lang="ro-RO" dirty="0"/>
            <a:t>De asemenea, multe intrări au numele autorului sub format-ul Wikidata (cum ar fi </a:t>
          </a:r>
          <a:r>
            <a:rPr lang="en-GB" dirty="0"/>
            <a:t>“Q12345”). </a:t>
          </a:r>
          <a:r>
            <a:rPr lang="en-GB" dirty="0" err="1"/>
            <a:t>Acestea</a:t>
          </a:r>
          <a:r>
            <a:rPr lang="en-GB" dirty="0"/>
            <a:t> sunt </a:t>
          </a:r>
          <a:r>
            <a:rPr lang="en-GB" dirty="0" err="1"/>
            <a:t>ni</a:t>
          </a:r>
          <a:r>
            <a:rPr lang="ro-RO" dirty="0"/>
            <a:t>ște label-uri specifice platformei și sunt folosite de aceasta pentru a identifica mai ușor autori. Alte intrări au ca numele autorului link-uri către o pagină care îi descrie pe aceștia. Intrările cu aceste modificări au fost eliminate, deoarece nu se potrivesc cu ideea proiectului, care are nevoie doar de numele autorului ca și feature al unei intrări </a:t>
          </a:r>
          <a:endParaRPr lang="en-US" dirty="0"/>
        </a:p>
      </dgm:t>
    </dgm:pt>
    <dgm:pt modelId="{5027D65D-2E91-4D82-9356-5499D274F42B}" type="parTrans" cxnId="{310D509E-B639-4540-B4A4-7AB94CCA1363}">
      <dgm:prSet/>
      <dgm:spPr/>
      <dgm:t>
        <a:bodyPr/>
        <a:lstStyle/>
        <a:p>
          <a:endParaRPr lang="en-US"/>
        </a:p>
      </dgm:t>
    </dgm:pt>
    <dgm:pt modelId="{7396E4FE-F484-4CB2-A04E-099E993C4229}" type="sibTrans" cxnId="{310D509E-B639-4540-B4A4-7AB94CCA1363}">
      <dgm:prSet/>
      <dgm:spPr/>
      <dgm:t>
        <a:bodyPr/>
        <a:lstStyle/>
        <a:p>
          <a:endParaRPr lang="en-US"/>
        </a:p>
      </dgm:t>
    </dgm:pt>
    <dgm:pt modelId="{0B8F4928-B7EF-458F-B4A2-57EF25A5A500}">
      <dgm:prSet/>
      <dgm:spPr>
        <a:solidFill>
          <a:srgbClr val="468C8A"/>
        </a:solidFill>
      </dgm:spPr>
      <dgm:t>
        <a:bodyPr/>
        <a:lstStyle/>
        <a:p>
          <a:r>
            <a:rPr lang="ro-RO" dirty="0"/>
            <a:t>În urma etapei de preprocesare a datelor, au rămas în jur de 1300 de intrări</a:t>
          </a:r>
          <a:endParaRPr lang="en-US" dirty="0"/>
        </a:p>
      </dgm:t>
    </dgm:pt>
    <dgm:pt modelId="{C337CA1D-542D-4B3B-A844-971D84983C29}" type="parTrans" cxnId="{3479B1A3-64E0-4370-80B4-E272B3E33BB4}">
      <dgm:prSet/>
      <dgm:spPr/>
      <dgm:t>
        <a:bodyPr/>
        <a:lstStyle/>
        <a:p>
          <a:endParaRPr lang="en-US"/>
        </a:p>
      </dgm:t>
    </dgm:pt>
    <dgm:pt modelId="{65A55741-8EDB-4F68-8208-31D44C82446A}" type="sibTrans" cxnId="{3479B1A3-64E0-4370-80B4-E272B3E33BB4}">
      <dgm:prSet/>
      <dgm:spPr/>
      <dgm:t>
        <a:bodyPr/>
        <a:lstStyle/>
        <a:p>
          <a:endParaRPr lang="en-US"/>
        </a:p>
      </dgm:t>
    </dgm:pt>
    <dgm:pt modelId="{5B8F1D2E-A3C7-4F8D-82A5-52D4751C8C3B}" type="pres">
      <dgm:prSet presAssocID="{A1B89369-1A28-47EF-9669-9B9D17897AAA}" presName="linear" presStyleCnt="0">
        <dgm:presLayoutVars>
          <dgm:animLvl val="lvl"/>
          <dgm:resizeHandles val="exact"/>
        </dgm:presLayoutVars>
      </dgm:prSet>
      <dgm:spPr/>
    </dgm:pt>
    <dgm:pt modelId="{12D09DBF-35E5-44FA-94C9-9A470753319E}" type="pres">
      <dgm:prSet presAssocID="{B8DADBCD-B1D9-4C79-9A48-EF246C8A895B}" presName="parentText" presStyleLbl="node1" presStyleIdx="0" presStyleCnt="5" custLinFactNeighborX="-3534" custLinFactNeighborY="-24385">
        <dgm:presLayoutVars>
          <dgm:chMax val="0"/>
          <dgm:bulletEnabled val="1"/>
        </dgm:presLayoutVars>
      </dgm:prSet>
      <dgm:spPr/>
    </dgm:pt>
    <dgm:pt modelId="{2A6EDCD2-977B-4119-A03E-646FF4283264}" type="pres">
      <dgm:prSet presAssocID="{F1B6785D-1450-454A-B925-B42F7E11736F}" presName="spacer" presStyleCnt="0"/>
      <dgm:spPr/>
    </dgm:pt>
    <dgm:pt modelId="{8CAD1361-FCD3-4560-8928-BF8C3C37D96C}" type="pres">
      <dgm:prSet presAssocID="{29C39A92-5129-45A5-A9D7-86A0038F7B7E}" presName="parentText" presStyleLbl="node1" presStyleIdx="1" presStyleCnt="5">
        <dgm:presLayoutVars>
          <dgm:chMax val="0"/>
          <dgm:bulletEnabled val="1"/>
        </dgm:presLayoutVars>
      </dgm:prSet>
      <dgm:spPr/>
    </dgm:pt>
    <dgm:pt modelId="{7FD52902-F9CE-4B8B-8A88-BEB2A1EE48D5}" type="pres">
      <dgm:prSet presAssocID="{2ECFB379-8D48-42F1-ADC8-0D37A1E43016}" presName="spacer" presStyleCnt="0"/>
      <dgm:spPr/>
    </dgm:pt>
    <dgm:pt modelId="{FEE81A15-3C1C-42F0-B6DF-1B561F15D453}" type="pres">
      <dgm:prSet presAssocID="{E8318169-9ADC-4E27-8132-CD78439C7470}" presName="parentText" presStyleLbl="node1" presStyleIdx="2" presStyleCnt="5">
        <dgm:presLayoutVars>
          <dgm:chMax val="0"/>
          <dgm:bulletEnabled val="1"/>
        </dgm:presLayoutVars>
      </dgm:prSet>
      <dgm:spPr/>
    </dgm:pt>
    <dgm:pt modelId="{9EC20543-ED4A-4091-A467-8E1C7A7FC20F}" type="pres">
      <dgm:prSet presAssocID="{BACF6F79-D3E1-4533-889B-3F2EB443A3AB}" presName="spacer" presStyleCnt="0"/>
      <dgm:spPr/>
    </dgm:pt>
    <dgm:pt modelId="{24502AFB-7716-4EA0-AD67-DD23A6C95628}" type="pres">
      <dgm:prSet presAssocID="{9CFBADF2-812D-4ACC-BA05-C82F6DCAE947}" presName="parentText" presStyleLbl="node1" presStyleIdx="3" presStyleCnt="5">
        <dgm:presLayoutVars>
          <dgm:chMax val="0"/>
          <dgm:bulletEnabled val="1"/>
        </dgm:presLayoutVars>
      </dgm:prSet>
      <dgm:spPr/>
    </dgm:pt>
    <dgm:pt modelId="{26125A0D-9683-4DA9-B67B-175F1E7529A0}" type="pres">
      <dgm:prSet presAssocID="{7396E4FE-F484-4CB2-A04E-099E993C4229}" presName="spacer" presStyleCnt="0"/>
      <dgm:spPr/>
    </dgm:pt>
    <dgm:pt modelId="{6F915DFD-8BFF-41BE-A1A2-7AC0DD73D247}" type="pres">
      <dgm:prSet presAssocID="{0B8F4928-B7EF-458F-B4A2-57EF25A5A500}" presName="parentText" presStyleLbl="node1" presStyleIdx="4" presStyleCnt="5">
        <dgm:presLayoutVars>
          <dgm:chMax val="0"/>
          <dgm:bulletEnabled val="1"/>
        </dgm:presLayoutVars>
      </dgm:prSet>
      <dgm:spPr/>
    </dgm:pt>
  </dgm:ptLst>
  <dgm:cxnLst>
    <dgm:cxn modelId="{4BB2C043-9E1D-42D1-B0A4-7C1FA2CB8BB9}" type="presOf" srcId="{B8DADBCD-B1D9-4C79-9A48-EF246C8A895B}" destId="{12D09DBF-35E5-44FA-94C9-9A470753319E}" srcOrd="0" destOrd="0" presId="urn:microsoft.com/office/officeart/2005/8/layout/vList2"/>
    <dgm:cxn modelId="{4DBBDD54-6BD6-4F55-8D37-17965D49DDF6}" type="presOf" srcId="{29C39A92-5129-45A5-A9D7-86A0038F7B7E}" destId="{8CAD1361-FCD3-4560-8928-BF8C3C37D96C}" srcOrd="0" destOrd="0" presId="urn:microsoft.com/office/officeart/2005/8/layout/vList2"/>
    <dgm:cxn modelId="{A2DCE578-844E-4BB5-ACDE-8C159A37A6CB}" type="presOf" srcId="{E8318169-9ADC-4E27-8132-CD78439C7470}" destId="{FEE81A15-3C1C-42F0-B6DF-1B561F15D453}" srcOrd="0" destOrd="0" presId="urn:microsoft.com/office/officeart/2005/8/layout/vList2"/>
    <dgm:cxn modelId="{3D80287A-F8D5-4C6A-A335-4E0C5F2D7C6F}" srcId="{A1B89369-1A28-47EF-9669-9B9D17897AAA}" destId="{B8DADBCD-B1D9-4C79-9A48-EF246C8A895B}" srcOrd="0" destOrd="0" parTransId="{85890111-EFC8-46B7-B866-6DAC8495C3D9}" sibTransId="{F1B6785D-1450-454A-B925-B42F7E11736F}"/>
    <dgm:cxn modelId="{984D988D-ECC2-42B6-9B15-320F2AA9A56D}" srcId="{A1B89369-1A28-47EF-9669-9B9D17897AAA}" destId="{29C39A92-5129-45A5-A9D7-86A0038F7B7E}" srcOrd="1" destOrd="0" parTransId="{D0ADDEB3-091F-44D8-9103-511DDA6F27B9}" sibTransId="{2ECFB379-8D48-42F1-ADC8-0D37A1E43016}"/>
    <dgm:cxn modelId="{310D509E-B639-4540-B4A4-7AB94CCA1363}" srcId="{A1B89369-1A28-47EF-9669-9B9D17897AAA}" destId="{9CFBADF2-812D-4ACC-BA05-C82F6DCAE947}" srcOrd="3" destOrd="0" parTransId="{5027D65D-2E91-4D82-9356-5499D274F42B}" sibTransId="{7396E4FE-F484-4CB2-A04E-099E993C4229}"/>
    <dgm:cxn modelId="{81154AA2-0AD5-4035-A962-5AFEACDC655E}" srcId="{A1B89369-1A28-47EF-9669-9B9D17897AAA}" destId="{E8318169-9ADC-4E27-8132-CD78439C7470}" srcOrd="2" destOrd="0" parTransId="{1B6C3A26-100F-44E4-B694-878EC817D5D1}" sibTransId="{BACF6F79-D3E1-4533-889B-3F2EB443A3AB}"/>
    <dgm:cxn modelId="{3479B1A3-64E0-4370-80B4-E272B3E33BB4}" srcId="{A1B89369-1A28-47EF-9669-9B9D17897AAA}" destId="{0B8F4928-B7EF-458F-B4A2-57EF25A5A500}" srcOrd="4" destOrd="0" parTransId="{C337CA1D-542D-4B3B-A844-971D84983C29}" sibTransId="{65A55741-8EDB-4F68-8208-31D44C82446A}"/>
    <dgm:cxn modelId="{F78C2BAD-77A3-4074-AAEC-E880B3772D70}" type="presOf" srcId="{0B8F4928-B7EF-458F-B4A2-57EF25A5A500}" destId="{6F915DFD-8BFF-41BE-A1A2-7AC0DD73D247}" srcOrd="0" destOrd="0" presId="urn:microsoft.com/office/officeart/2005/8/layout/vList2"/>
    <dgm:cxn modelId="{0B90A0B4-4136-42F6-B671-88F53A8795A0}" type="presOf" srcId="{A1B89369-1A28-47EF-9669-9B9D17897AAA}" destId="{5B8F1D2E-A3C7-4F8D-82A5-52D4751C8C3B}" srcOrd="0" destOrd="0" presId="urn:microsoft.com/office/officeart/2005/8/layout/vList2"/>
    <dgm:cxn modelId="{7F160FC4-E6BE-4CF1-BB17-DA52F8EDA599}" type="presOf" srcId="{9CFBADF2-812D-4ACC-BA05-C82F6DCAE947}" destId="{24502AFB-7716-4EA0-AD67-DD23A6C95628}" srcOrd="0" destOrd="0" presId="urn:microsoft.com/office/officeart/2005/8/layout/vList2"/>
    <dgm:cxn modelId="{ED6E2A86-1640-405B-BEE6-8FE0860DCD75}" type="presParOf" srcId="{5B8F1D2E-A3C7-4F8D-82A5-52D4751C8C3B}" destId="{12D09DBF-35E5-44FA-94C9-9A470753319E}" srcOrd="0" destOrd="0" presId="urn:microsoft.com/office/officeart/2005/8/layout/vList2"/>
    <dgm:cxn modelId="{0C640F65-1A2F-440B-9D2F-FF67604CC866}" type="presParOf" srcId="{5B8F1D2E-A3C7-4F8D-82A5-52D4751C8C3B}" destId="{2A6EDCD2-977B-4119-A03E-646FF4283264}" srcOrd="1" destOrd="0" presId="urn:microsoft.com/office/officeart/2005/8/layout/vList2"/>
    <dgm:cxn modelId="{3DBD26B3-EEAE-4D91-9A1D-B378153C1D73}" type="presParOf" srcId="{5B8F1D2E-A3C7-4F8D-82A5-52D4751C8C3B}" destId="{8CAD1361-FCD3-4560-8928-BF8C3C37D96C}" srcOrd="2" destOrd="0" presId="urn:microsoft.com/office/officeart/2005/8/layout/vList2"/>
    <dgm:cxn modelId="{ED864A99-97AB-40C3-ACA4-DDC097F670B2}" type="presParOf" srcId="{5B8F1D2E-A3C7-4F8D-82A5-52D4751C8C3B}" destId="{7FD52902-F9CE-4B8B-8A88-BEB2A1EE48D5}" srcOrd="3" destOrd="0" presId="urn:microsoft.com/office/officeart/2005/8/layout/vList2"/>
    <dgm:cxn modelId="{D53BBE6B-A473-4D47-8B28-A2B0EB4E2FED}" type="presParOf" srcId="{5B8F1D2E-A3C7-4F8D-82A5-52D4751C8C3B}" destId="{FEE81A15-3C1C-42F0-B6DF-1B561F15D453}" srcOrd="4" destOrd="0" presId="urn:microsoft.com/office/officeart/2005/8/layout/vList2"/>
    <dgm:cxn modelId="{5CF5A82C-020A-47DE-ACD9-7D3EE06FF068}" type="presParOf" srcId="{5B8F1D2E-A3C7-4F8D-82A5-52D4751C8C3B}" destId="{9EC20543-ED4A-4091-A467-8E1C7A7FC20F}" srcOrd="5" destOrd="0" presId="urn:microsoft.com/office/officeart/2005/8/layout/vList2"/>
    <dgm:cxn modelId="{1CE10E7E-18C7-4C2E-AA3C-AE609A2F9A42}" type="presParOf" srcId="{5B8F1D2E-A3C7-4F8D-82A5-52D4751C8C3B}" destId="{24502AFB-7716-4EA0-AD67-DD23A6C95628}" srcOrd="6" destOrd="0" presId="urn:microsoft.com/office/officeart/2005/8/layout/vList2"/>
    <dgm:cxn modelId="{8F728F7E-2D36-4FDD-A632-AD635031F6BA}" type="presParOf" srcId="{5B8F1D2E-A3C7-4F8D-82A5-52D4751C8C3B}" destId="{26125A0D-9683-4DA9-B67B-175F1E7529A0}" srcOrd="7" destOrd="0" presId="urn:microsoft.com/office/officeart/2005/8/layout/vList2"/>
    <dgm:cxn modelId="{B04AE627-AB48-42F9-B6BB-0DD7D6E98A9C}" type="presParOf" srcId="{5B8F1D2E-A3C7-4F8D-82A5-52D4751C8C3B}" destId="{6F915DFD-8BFF-41BE-A1A2-7AC0DD73D247}"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D09DBF-35E5-44FA-94C9-9A470753319E}">
      <dsp:nvSpPr>
        <dsp:cNvPr id="0" name=""/>
        <dsp:cNvSpPr/>
      </dsp:nvSpPr>
      <dsp:spPr>
        <a:xfrm>
          <a:off x="0" y="118025"/>
          <a:ext cx="9891313" cy="994909"/>
        </a:xfrm>
        <a:prstGeom prst="roundRect">
          <a:avLst/>
        </a:prstGeom>
        <a:solidFill>
          <a:schemeClr val="accent1">
            <a:lumMod val="75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o-RO" sz="1400" kern="1200" dirty="0"/>
            <a:t>În continuare, dataframe-ul obținut a fost curățat, deaorece datele obținute direct de pe Wikidata nu au un format adecvat</a:t>
          </a:r>
          <a:endParaRPr lang="en-US" sz="1400" kern="1200" dirty="0"/>
        </a:p>
      </dsp:txBody>
      <dsp:txXfrm>
        <a:off x="48567" y="166592"/>
        <a:ext cx="9794179" cy="897775"/>
      </dsp:txXfrm>
    </dsp:sp>
    <dsp:sp modelId="{8CAD1361-FCD3-4560-8928-BF8C3C37D96C}">
      <dsp:nvSpPr>
        <dsp:cNvPr id="0" name=""/>
        <dsp:cNvSpPr/>
      </dsp:nvSpPr>
      <dsp:spPr>
        <a:xfrm>
          <a:off x="0" y="1163086"/>
          <a:ext cx="9891313" cy="994909"/>
        </a:xfrm>
        <a:prstGeom prst="roundRect">
          <a:avLst/>
        </a:prstGeom>
        <a:solidFill>
          <a:schemeClr val="accent1">
            <a:lumMod val="75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o-RO" sz="1400" kern="1200"/>
            <a:t>Pentru început au fost eliminate intrările duplicate (intrări cu același artist și titlu al picturii)</a:t>
          </a:r>
          <a:endParaRPr lang="en-US" sz="1400" kern="1200"/>
        </a:p>
      </dsp:txBody>
      <dsp:txXfrm>
        <a:off x="48567" y="1211653"/>
        <a:ext cx="9794179" cy="897775"/>
      </dsp:txXfrm>
    </dsp:sp>
    <dsp:sp modelId="{FEE81A15-3C1C-42F0-B6DF-1B561F15D453}">
      <dsp:nvSpPr>
        <dsp:cNvPr id="0" name=""/>
        <dsp:cNvSpPr/>
      </dsp:nvSpPr>
      <dsp:spPr>
        <a:xfrm>
          <a:off x="0" y="2198315"/>
          <a:ext cx="9891313" cy="994909"/>
        </a:xfrm>
        <a:prstGeom prst="roundRect">
          <a:avLst/>
        </a:prstGeom>
        <a:solidFill>
          <a:srgbClr val="468C8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o-RO" sz="1400" kern="1200" dirty="0"/>
            <a:t>Multe intrări au date lipsă, acestea au fost înlocuite cu </a:t>
          </a:r>
          <a:r>
            <a:rPr lang="en-GB" sz="1400" kern="1200" dirty="0"/>
            <a:t>‘Unknown’. </a:t>
          </a:r>
          <a:r>
            <a:rPr lang="ro-RO" sz="1400" kern="1200" dirty="0"/>
            <a:t>Însă, dacă datele lipsă sunt în feature-urile image_url, autor, title, year sau medium, intrarea respectivă a fost direct eliminată, acestea fiind feature-uri esențiale pentru setul de date</a:t>
          </a:r>
          <a:endParaRPr lang="en-US" sz="1400" kern="1200" dirty="0"/>
        </a:p>
      </dsp:txBody>
      <dsp:txXfrm>
        <a:off x="48567" y="2246882"/>
        <a:ext cx="9794179" cy="897775"/>
      </dsp:txXfrm>
    </dsp:sp>
    <dsp:sp modelId="{24502AFB-7716-4EA0-AD67-DD23A6C95628}">
      <dsp:nvSpPr>
        <dsp:cNvPr id="0" name=""/>
        <dsp:cNvSpPr/>
      </dsp:nvSpPr>
      <dsp:spPr>
        <a:xfrm>
          <a:off x="0" y="3233545"/>
          <a:ext cx="9891313" cy="994909"/>
        </a:xfrm>
        <a:prstGeom prst="roundRect">
          <a:avLst/>
        </a:prstGeom>
        <a:solidFill>
          <a:srgbClr val="468C8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o-RO" sz="1400" kern="1200" dirty="0"/>
            <a:t>De asemenea, multe intrări au numele autorului sub format-ul Wikidata (cum ar fi </a:t>
          </a:r>
          <a:r>
            <a:rPr lang="en-GB" sz="1400" kern="1200" dirty="0"/>
            <a:t>“Q12345”). </a:t>
          </a:r>
          <a:r>
            <a:rPr lang="en-GB" sz="1400" kern="1200" dirty="0" err="1"/>
            <a:t>Acestea</a:t>
          </a:r>
          <a:r>
            <a:rPr lang="en-GB" sz="1400" kern="1200" dirty="0"/>
            <a:t> sunt </a:t>
          </a:r>
          <a:r>
            <a:rPr lang="en-GB" sz="1400" kern="1200" dirty="0" err="1"/>
            <a:t>ni</a:t>
          </a:r>
          <a:r>
            <a:rPr lang="ro-RO" sz="1400" kern="1200" dirty="0"/>
            <a:t>ște label-uri specifice platformei și sunt folosite de aceasta pentru a identifica mai ușor autori. Alte intrări au ca numele autorului link-uri către o pagină care îi descrie pe aceștia. Intrările cu aceste modificări au fost eliminate, deoarece nu se potrivesc cu ideea proiectului, care are nevoie doar de numele autorului ca și feature al unei intrări </a:t>
          </a:r>
          <a:endParaRPr lang="en-US" sz="1400" kern="1200" dirty="0"/>
        </a:p>
      </dsp:txBody>
      <dsp:txXfrm>
        <a:off x="48567" y="3282112"/>
        <a:ext cx="9794179" cy="897775"/>
      </dsp:txXfrm>
    </dsp:sp>
    <dsp:sp modelId="{6F915DFD-8BFF-41BE-A1A2-7AC0DD73D247}">
      <dsp:nvSpPr>
        <dsp:cNvPr id="0" name=""/>
        <dsp:cNvSpPr/>
      </dsp:nvSpPr>
      <dsp:spPr>
        <a:xfrm>
          <a:off x="0" y="4268774"/>
          <a:ext cx="9891313" cy="994909"/>
        </a:xfrm>
        <a:prstGeom prst="roundRect">
          <a:avLst/>
        </a:prstGeom>
        <a:solidFill>
          <a:srgbClr val="468C8A"/>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o-RO" sz="1400" kern="1200" dirty="0"/>
            <a:t>În urma etapei de preprocesare a datelor, au rămas în jur de 1300 de intrări</a:t>
          </a:r>
          <a:endParaRPr lang="en-US" sz="1400" kern="1200" dirty="0"/>
        </a:p>
      </dsp:txBody>
      <dsp:txXfrm>
        <a:off x="48567" y="4317341"/>
        <a:ext cx="9794179" cy="89777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F57E18-AE3F-2847-188C-708C0769F8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BD88CAC-4FD1-FB92-1D26-05807EA810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B96D7-F201-492C-AA50-574A730BC27F}" type="datetimeFigureOut">
              <a:rPr lang="en-US" smtClean="0"/>
              <a:t>11/20/2025</a:t>
            </a:fld>
            <a:endParaRPr lang="en-US" dirty="0"/>
          </a:p>
        </p:txBody>
      </p:sp>
      <p:sp>
        <p:nvSpPr>
          <p:cNvPr id="4" name="Footer Placeholder 3">
            <a:extLst>
              <a:ext uri="{FF2B5EF4-FFF2-40B4-BE49-F238E27FC236}">
                <a16:creationId xmlns:a16="http://schemas.microsoft.com/office/drawing/2014/main" id="{88A72C0D-360E-C973-5588-52DC04A86A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9340B36-8225-0BC2-989D-2156A5B162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563E-BCB2-465B-8A3C-AC86CE64F69C}" type="slidenum">
              <a:rPr lang="en-US" smtClean="0"/>
              <a:t>‹#›</a:t>
            </a:fld>
            <a:endParaRPr lang="en-US" dirty="0"/>
          </a:p>
        </p:txBody>
      </p:sp>
    </p:spTree>
    <p:extLst>
      <p:ext uri="{BB962C8B-B14F-4D97-AF65-F5344CB8AC3E}">
        <p14:creationId xmlns:p14="http://schemas.microsoft.com/office/powerpoint/2010/main" val="368771028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21:57:11.994"/>
    </inkml:context>
    <inkml:brush xml:id="br0">
      <inkml:brushProperty name="width" value="0.035" units="cm"/>
      <inkml:brushProperty name="height" value="0.035" units="cm"/>
      <inkml:brushProperty name="color" value="#0AD5F0"/>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21:57:18.810"/>
    </inkml:context>
    <inkml:brush xml:id="br0">
      <inkml:brushProperty name="width" value="0.035" units="cm"/>
      <inkml:brushProperty name="height" value="0.035" units="cm"/>
      <inkml:brushProperty name="color" value="#0AD5F0"/>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21:57:23.896"/>
    </inkml:context>
    <inkml:brush xml:id="br0">
      <inkml:brushProperty name="width" value="0.035" units="cm"/>
      <inkml:brushProperty name="height" value="0.035" units="cm"/>
      <inkml:brushProperty name="color" value="#0AD5F0"/>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16CA8-7DCC-4F2C-A1EF-C632B9D3E96D}" type="datetimeFigureOut">
              <a:rPr lang="en-US" smtClean="0"/>
              <a:t>11/20/2025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90660-4B7D-4C11-96DB-B19FFA8CA93C}" type="slidenum">
              <a:rPr lang="en-US" smtClean="0"/>
              <a:t>‹#›</a:t>
            </a:fld>
            <a:endParaRPr lang="en-US" dirty="0"/>
          </a:p>
        </p:txBody>
      </p:sp>
    </p:spTree>
    <p:extLst>
      <p:ext uri="{BB962C8B-B14F-4D97-AF65-F5344CB8AC3E}">
        <p14:creationId xmlns:p14="http://schemas.microsoft.com/office/powerpoint/2010/main" val="3767361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8</a:t>
            </a:fld>
            <a:endParaRPr lang="en-US" dirty="0"/>
          </a:p>
        </p:txBody>
      </p:sp>
    </p:spTree>
    <p:extLst>
      <p:ext uri="{BB962C8B-B14F-4D97-AF65-F5344CB8AC3E}">
        <p14:creationId xmlns:p14="http://schemas.microsoft.com/office/powerpoint/2010/main" val="19030261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defRPr sz="4000" b="1" baseline="0"/>
            </a:lvl1pPr>
          </a:lstStyle>
          <a:p>
            <a:r>
              <a:rPr lang="en-US" dirty="0"/>
              <a:t>CLICK TO add TITLE</a:t>
            </a:r>
          </a:p>
        </p:txBody>
      </p:sp>
      <p:pic>
        <p:nvPicPr>
          <p:cNvPr id="4" name="Graphic 3">
            <a:extLst>
              <a:ext uri="{FF2B5EF4-FFF2-40B4-BE49-F238E27FC236}">
                <a16:creationId xmlns:a16="http://schemas.microsoft.com/office/drawing/2014/main" id="{E46E52ED-0545-03BB-5AB6-4552E92B99F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617"/>
          <a:stretch/>
        </p:blipFill>
        <p:spPr>
          <a:xfrm>
            <a:off x="0" y="0"/>
            <a:ext cx="6153048" cy="6858000"/>
          </a:xfrm>
          <a:prstGeom prst="rect">
            <a:avLst/>
          </a:prstGeom>
        </p:spPr>
      </p:pic>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defRPr sz="28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panose="020B0604020202020204" pitchFamily="34" charset="0"/>
              <a:buChar char="•"/>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9" name="Graphic 8">
            <a:extLst>
              <a:ext uri="{FF2B5EF4-FFF2-40B4-BE49-F238E27FC236}">
                <a16:creationId xmlns:a16="http://schemas.microsoft.com/office/drawing/2014/main" id="{900D319D-67F8-5830-99A3-7EB562C28B3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86" r="26226" b="3861"/>
          <a:stretch/>
        </p:blipFill>
        <p:spPr>
          <a:xfrm>
            <a:off x="9415463" y="264696"/>
            <a:ext cx="2776538" cy="6593304"/>
          </a:xfrm>
          <a:prstGeom prst="rect">
            <a:avLst/>
          </a:prstGeom>
        </p:spPr>
      </p:pic>
    </p:spTree>
    <p:extLst>
      <p:ext uri="{BB962C8B-B14F-4D97-AF65-F5344CB8AC3E}">
        <p14:creationId xmlns:p14="http://schemas.microsoft.com/office/powerpoint/2010/main" val="316123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a:normAutofit/>
          </a:bodyPr>
          <a:lstStyle>
            <a:lvl1pPr marL="0" indent="0" algn="ctr">
              <a:buNone/>
              <a:defRPr sz="2000"/>
            </a:lvl1pPr>
          </a:lstStyle>
          <a:p>
            <a:r>
              <a:rPr lang="en-US"/>
              <a:t>Click icon to add picture</a:t>
            </a:r>
            <a:endParaRPr lang="en-US" dirty="0"/>
          </a:p>
        </p:txBody>
      </p:sp>
      <p:sp>
        <p:nvSpPr>
          <p:cNvPr id="11" name="Rectangle 10">
            <a:extLst>
              <a:ext uri="{FF2B5EF4-FFF2-40B4-BE49-F238E27FC236}">
                <a16:creationId xmlns:a16="http://schemas.microsoft.com/office/drawing/2014/main" id="{DEF559BF-05B9-49D7-5976-7CD930A65A18}"/>
              </a:ext>
              <a:ext uri="{C183D7F6-B498-43B3-948B-1728B52AA6E4}">
                <adec:decorative xmlns:adec="http://schemas.microsoft.com/office/drawing/2017/decorative" val="1"/>
              </a:ext>
            </a:extLst>
          </p:cNvPr>
          <p:cNvSpPr/>
          <p:nvPr userDrawn="1"/>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9443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a:normAutofit/>
          </a:bodyPr>
          <a:lstStyle>
            <a:lvl1pPr marL="0" indent="0" algn="ctr">
              <a:buNone/>
              <a:defRPr sz="2000"/>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FDE537B4-8186-9628-C273-28B8EA981466}"/>
              </a:ext>
              <a:ext uri="{C183D7F6-B498-43B3-948B-1728B52AA6E4}">
                <adec:decorative xmlns:adec="http://schemas.microsoft.com/office/drawing/2017/decorative" val="1"/>
              </a:ext>
            </a:extLst>
          </p:cNvPr>
          <p:cNvSpPr/>
          <p:nvPr userDrawn="1"/>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06270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anchor="b">
            <a:normAutofit/>
          </a:bodyPr>
          <a:lstStyle>
            <a:lvl1pPr>
              <a:defRPr sz="4000"/>
            </a:lvl1pPr>
          </a:lstStyle>
          <a:p>
            <a:r>
              <a:rPr lang="en-US" dirty="0"/>
              <a:t>CLICK TO add TITLE</a:t>
            </a:r>
          </a:p>
        </p:txBody>
      </p:sp>
      <p:sp>
        <p:nvSpPr>
          <p:cNvPr id="675" name="Text Placeholder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09694" y="4068392"/>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r>
              <a:rPr lang="en-US" dirty="0"/>
              <a:t>Click to add text</a:t>
            </a:r>
          </a:p>
        </p:txBody>
      </p:sp>
      <p:pic>
        <p:nvPicPr>
          <p:cNvPr id="7" name="Graphic 6">
            <a:extLst>
              <a:ext uri="{FF2B5EF4-FFF2-40B4-BE49-F238E27FC236}">
                <a16:creationId xmlns:a16="http://schemas.microsoft.com/office/drawing/2014/main" id="{CD18796B-7A45-F026-1306-A9ADE06D886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706"/>
          <a:stretch/>
        </p:blipFill>
        <p:spPr>
          <a:xfrm>
            <a:off x="0" y="0"/>
            <a:ext cx="4661067" cy="6858000"/>
          </a:xfrm>
          <a:prstGeom prst="rect">
            <a:avLst/>
          </a:prstGeom>
        </p:spPr>
      </p:pic>
    </p:spTree>
    <p:extLst>
      <p:ext uri="{BB962C8B-B14F-4D97-AF65-F5344CB8AC3E}">
        <p14:creationId xmlns:p14="http://schemas.microsoft.com/office/powerpoint/2010/main" val="331876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228600">
              <a:lnSpc>
                <a:spcPct val="100000"/>
              </a:lnSpc>
              <a:spcBef>
                <a:spcPts val="0"/>
              </a:spcBef>
              <a:spcAft>
                <a:spcPts val="1200"/>
              </a:spcAft>
              <a:defRPr sz="2000"/>
            </a:lvl4pPr>
            <a:lvl5pPr marL="1143000">
              <a:lnSpc>
                <a:spcPct val="100000"/>
              </a:lnSpc>
              <a:spcBef>
                <a:spcPts val="0"/>
              </a:spcBef>
              <a:spcAft>
                <a:spcPts val="1200"/>
              </a:spcAft>
              <a:defRPr sz="2000"/>
            </a:lvl5pPr>
            <a:lvl6pPr marL="1600200">
              <a:defRPr/>
            </a:lvl6pPr>
          </a:lstStyle>
          <a:p>
            <a:pPr lvl="0"/>
            <a:r>
              <a:rPr lang="en-US" dirty="0"/>
              <a:t>Click to add content</a:t>
            </a:r>
          </a:p>
          <a:p>
            <a:pPr lvl="1"/>
            <a:r>
              <a:rPr lang="en-US" dirty="0"/>
              <a:t>Second level</a:t>
            </a:r>
          </a:p>
          <a:p>
            <a:pPr lvl="2"/>
            <a:r>
              <a:rPr lang="en-US" dirty="0"/>
              <a:t>Third level</a:t>
            </a:r>
          </a:p>
          <a:p>
            <a:pPr lvl="4"/>
            <a:r>
              <a:rPr lang="en-US" dirty="0"/>
              <a:t>Fourth level</a:t>
            </a:r>
          </a:p>
          <a:p>
            <a:pPr lvl="5"/>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6410644"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4401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3144837" cy="3687763"/>
          </a:xfrm>
        </p:spPr>
        <p:txBody>
          <a:bodyPr>
            <a:normAutofit/>
          </a:bodyPr>
          <a:lstStyle>
            <a:lvl1pPr marL="320040" indent="-320040">
              <a:lnSpc>
                <a:spcPct val="100000"/>
              </a:lnSpc>
              <a:spcBef>
                <a:spcPts val="0"/>
              </a:spcBef>
              <a:spcAft>
                <a:spcPts val="1200"/>
              </a:spcAft>
              <a:buFont typeface="+mj-lt"/>
              <a:buAutoNum type="arabicPeriod"/>
              <a:defRPr sz="2000"/>
            </a:lvl1pPr>
            <a:lvl2pPr marL="685800" indent="-320040">
              <a:lnSpc>
                <a:spcPct val="100000"/>
              </a:lnSpc>
              <a:spcBef>
                <a:spcPts val="0"/>
              </a:spcBef>
              <a:spcAft>
                <a:spcPts val="1200"/>
              </a:spcAft>
              <a:buFont typeface="+mj-lt"/>
              <a:buAutoNum type="alphaLcPeriod"/>
              <a:defRPr sz="2000"/>
            </a:lvl2pPr>
            <a:lvl3pPr marL="1143000" indent="-320040">
              <a:lnSpc>
                <a:spcPct val="100000"/>
              </a:lnSpc>
              <a:spcBef>
                <a:spcPts val="0"/>
              </a:spcBef>
              <a:spcAft>
                <a:spcPts val="1200"/>
              </a:spcAft>
              <a:buFont typeface="+mj-lt"/>
              <a:buAutoNum type="arabicParenR"/>
              <a:defRPr sz="2000"/>
            </a:lvl3pPr>
            <a:lvl4pPr marL="1600200" indent="-320040">
              <a:lnSpc>
                <a:spcPct val="100000"/>
              </a:lnSpc>
              <a:spcBef>
                <a:spcPts val="0"/>
              </a:spcBef>
              <a:spcAft>
                <a:spcPts val="1200"/>
              </a:spcAft>
              <a:buFont typeface="+mj-lt"/>
              <a:buAutoNum type="alphaLcParenR"/>
              <a:defRPr sz="2000"/>
            </a:lvl4pPr>
            <a:lvl5pPr marL="2057400" indent="-320040">
              <a:lnSpc>
                <a:spcPct val="100000"/>
              </a:lnSpc>
              <a:spcBef>
                <a:spcPts val="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4556760" y="2073275"/>
            <a:ext cx="6192838"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094885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5815B7-4DEA-0E4D-6E8B-EDAD6559AF21}"/>
              </a:ext>
              <a:ext uri="{C183D7F6-B498-43B3-948B-1728B52AA6E4}">
                <adec:decorative xmlns:adec="http://schemas.microsoft.com/office/drawing/2017/decorative" val="1"/>
              </a:ext>
            </a:extLst>
          </p:cNvPr>
          <p:cNvSpPr/>
          <p:nvPr userDrawn="1"/>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D1046054-0FA9-558E-22C0-007C8D3DAFD0}"/>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367" t="32063" r="19367" b="20417"/>
          <a:stretch/>
        </p:blipFill>
        <p:spPr>
          <a:xfrm>
            <a:off x="4977245" y="0"/>
            <a:ext cx="7214755" cy="143907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2832641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26920"/>
            <a:ext cx="3017520" cy="3901758"/>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11" name="Content Placeholder 10">
            <a:extLst>
              <a:ext uri="{FF2B5EF4-FFF2-40B4-BE49-F238E27FC236}">
                <a16:creationId xmlns:a16="http://schemas.microsoft.com/office/drawing/2014/main" id="{0821CE3F-B178-0F88-575A-C8CB5D40EB0F}"/>
              </a:ext>
            </a:extLst>
          </p:cNvPr>
          <p:cNvSpPr>
            <a:spLocks noGrp="1"/>
          </p:cNvSpPr>
          <p:nvPr>
            <p:ph sz="quarter" idx="13" hasCustomPrompt="1"/>
          </p:nvPr>
        </p:nvSpPr>
        <p:spPr>
          <a:xfrm>
            <a:off x="4525963" y="2026603"/>
            <a:ext cx="6766877" cy="3902075"/>
          </a:xfrm>
        </p:spPr>
        <p:txBody>
          <a:bodyPr/>
          <a:lstStyle>
            <a:lvl1pPr>
              <a:spcBef>
                <a:spcPts val="0"/>
              </a:spcBef>
              <a:spcAft>
                <a:spcPts val="1200"/>
              </a:spcAft>
              <a:defRPr/>
            </a:lvl1pPr>
            <a:lvl2pPr>
              <a:spcBef>
                <a:spcPts val="0"/>
              </a:spcBef>
              <a:spcAft>
                <a:spcPts val="600"/>
              </a:spcAft>
              <a:defRPr/>
            </a:lvl2pPr>
            <a:lvl3pPr>
              <a:spcBef>
                <a:spcPts val="0"/>
              </a:spcBef>
              <a:spcAft>
                <a:spcPts val="600"/>
              </a:spcAft>
              <a:defRPr/>
            </a:lvl3pPr>
            <a:lvl4pPr>
              <a:spcBef>
                <a:spcPts val="0"/>
              </a:spcBef>
              <a:spcAft>
                <a:spcPts val="600"/>
              </a:spcAft>
              <a:defRPr sz="2000"/>
            </a:lvl4pPr>
            <a:lvl5pPr>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42307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06404F0-C6D6-98DF-5397-EF0F68B0140E}"/>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256" t="-150" r="58720" b="30269"/>
          <a:stretch/>
        </p:blipFill>
        <p:spPr>
          <a:xfrm>
            <a:off x="8972551" y="5081287"/>
            <a:ext cx="3219450" cy="1776714"/>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58669"/>
            <a:ext cx="6192838" cy="3687763"/>
          </a:xfrm>
        </p:spPr>
        <p:txBody>
          <a:bodyPr>
            <a:normAutofit/>
          </a:bodyPr>
          <a:lstStyle>
            <a:lvl1pPr marL="228600" indent="-228600">
              <a:lnSpc>
                <a:spcPct val="100000"/>
              </a:lnSpc>
              <a:spcBef>
                <a:spcPts val="0"/>
              </a:spcBef>
              <a:spcAft>
                <a:spcPts val="600"/>
              </a:spcAft>
              <a:buFont typeface="Arial" panose="020B0604020202020204" pitchFamily="34" charset="0"/>
              <a:buChar char="•"/>
              <a:defRPr sz="2000"/>
            </a:lvl1pPr>
            <a:lvl2pPr marL="685800" indent="-228600">
              <a:lnSpc>
                <a:spcPct val="100000"/>
              </a:lnSpc>
              <a:spcBef>
                <a:spcPts val="0"/>
              </a:spcBef>
              <a:spcAft>
                <a:spcPts val="600"/>
              </a:spcAft>
              <a:defRPr sz="2000"/>
            </a:lvl2pPr>
            <a:lvl3pPr marL="1143000" indent="-228600">
              <a:lnSpc>
                <a:spcPct val="100000"/>
              </a:lnSpc>
              <a:spcBef>
                <a:spcPts val="0"/>
              </a:spcBef>
              <a:spcAft>
                <a:spcPts val="600"/>
              </a:spcAft>
              <a:defRPr sz="2000"/>
            </a:lvl3pPr>
            <a:lvl4pPr marL="1600200" indent="-228600">
              <a:lnSpc>
                <a:spcPct val="100000"/>
              </a:lnSpc>
              <a:spcBef>
                <a:spcPts val="0"/>
              </a:spcBef>
              <a:spcAft>
                <a:spcPts val="600"/>
              </a:spcAft>
              <a:defRPr sz="2000"/>
            </a:lvl4pPr>
            <a:lvl5pPr marL="2057400" indent="-228600">
              <a:lnSpc>
                <a:spcPct val="100000"/>
              </a:lnSpc>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295483" y="2058670"/>
            <a:ext cx="3002755" cy="3687763"/>
          </a:xfrm>
        </p:spPr>
        <p:txBody>
          <a:bodyPr>
            <a:normAutofit/>
          </a:bodyPr>
          <a:lstStyle>
            <a:lvl1pPr marL="0" indent="0">
              <a:lnSpc>
                <a:spcPct val="100000"/>
              </a:lnSpc>
              <a:spcBef>
                <a:spcPts val="1000"/>
              </a:spcBef>
              <a:spcAft>
                <a:spcPts val="600"/>
              </a:spcAft>
              <a:buFont typeface="+mj-lt"/>
              <a:buNone/>
              <a:defRPr sz="2000"/>
            </a:lvl1pPr>
            <a:lvl2pPr marL="228600" indent="-228600">
              <a:lnSpc>
                <a:spcPct val="100000"/>
              </a:lnSpc>
              <a:spcBef>
                <a:spcPts val="1000"/>
              </a:spcBef>
              <a:spcAft>
                <a:spcPts val="600"/>
              </a:spcAft>
              <a:buFont typeface="+mj-lt"/>
              <a:buNone/>
              <a:defRPr sz="2000"/>
            </a:lvl2pPr>
            <a:lvl3pPr marL="0" indent="0">
              <a:lnSpc>
                <a:spcPct val="100000"/>
              </a:lnSpc>
              <a:spcBef>
                <a:spcPts val="1000"/>
              </a:spcBef>
              <a:spcAft>
                <a:spcPts val="600"/>
              </a:spcAft>
              <a:buFont typeface="+mj-lt"/>
              <a:buNone/>
              <a:defRPr sz="2000"/>
            </a:lvl3pPr>
            <a:lvl4pPr marL="0" indent="0">
              <a:lnSpc>
                <a:spcPct val="100000"/>
              </a:lnSpc>
              <a:spcBef>
                <a:spcPts val="1000"/>
              </a:spcBef>
              <a:spcAft>
                <a:spcPts val="600"/>
              </a:spcAft>
              <a:buFont typeface="+mj-lt"/>
              <a:buNone/>
              <a:defRPr sz="2000"/>
            </a:lvl4pPr>
            <a:lvl5pPr marL="0" indent="0">
              <a:lnSpc>
                <a:spcPct val="100000"/>
              </a:lnSpc>
              <a:spcBef>
                <a:spcPts val="1000"/>
              </a:spcBef>
              <a:spcAft>
                <a:spcPts val="600"/>
              </a:spcAft>
              <a:buFont typeface="+mj-l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196348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43429"/>
            <a:ext cx="10405174" cy="3925467"/>
          </a:xfrm>
        </p:spPr>
        <p:txBody>
          <a:bodyP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500"/>
              </a:spcBef>
              <a:spcAft>
                <a:spcPts val="600"/>
              </a:spcAft>
              <a:defRPr sz="2000"/>
            </a:lvl2pPr>
            <a:lvl3pPr marL="1143000" indent="-228600">
              <a:lnSpc>
                <a:spcPct val="100000"/>
              </a:lnSpc>
              <a:spcBef>
                <a:spcPts val="500"/>
              </a:spcBef>
              <a:spcAft>
                <a:spcPts val="600"/>
              </a:spcAft>
              <a:defRPr sz="2000"/>
            </a:lvl3pPr>
            <a:lvl4pPr marL="1600200" indent="-228600">
              <a:lnSpc>
                <a:spcPct val="100000"/>
              </a:lnSpc>
              <a:spcBef>
                <a:spcPts val="500"/>
              </a:spcBef>
              <a:spcAft>
                <a:spcPts val="600"/>
              </a:spcAft>
              <a:defRPr sz="2000"/>
            </a:lvl4pPr>
            <a:lvl5pPr marL="2057400" indent="-228600">
              <a:lnSpc>
                <a:spcPct val="100000"/>
              </a:lnSpc>
              <a:spcBef>
                <a:spcPts val="50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3676824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5F4A3D2-0CBC-CF43-C14A-141B19AE6711}"/>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433" t="-5525" r="24023" b="11733"/>
          <a:stretch/>
        </p:blipFill>
        <p:spPr>
          <a:xfrm>
            <a:off x="4478101" y="0"/>
            <a:ext cx="7713899"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anchor="b">
            <a:normAutofit/>
          </a:bodyPr>
          <a:lstStyle>
            <a:lvl1pPr>
              <a:defRPr sz="40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911353" y="4006024"/>
            <a:ext cx="5794248" cy="2346960"/>
          </a:xfrm>
        </p:spPr>
        <p:txBody>
          <a:bodyPr>
            <a:normAutofit/>
          </a:bodyPr>
          <a:lstStyle>
            <a:lvl1pPr marL="0" indent="0">
              <a:lnSpc>
                <a:spcPts val="2400"/>
              </a:lnSpc>
              <a:spcBef>
                <a:spcPts val="0"/>
              </a:spcBef>
              <a:spcAft>
                <a:spcPts val="1200"/>
              </a:spcAft>
              <a:buFont typeface="Arial" panose="020B0604020202020204" pitchFamily="34" charset="0"/>
              <a:buNone/>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Tree>
    <p:extLst>
      <p:ext uri="{BB962C8B-B14F-4D97-AF65-F5344CB8AC3E}">
        <p14:creationId xmlns:p14="http://schemas.microsoft.com/office/powerpoint/2010/main" val="3828155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anchor="b">
            <a:normAutofit/>
          </a:bodyPr>
          <a:lstStyle>
            <a:lvl1pPr>
              <a:defRPr sz="4000"/>
            </a:lvl1pPr>
          </a:lstStyle>
          <a:p>
            <a:r>
              <a:rPr lang="en-US" dirty="0"/>
              <a:t>Click to add title</a:t>
            </a:r>
          </a:p>
        </p:txBody>
      </p:sp>
      <p:grpSp>
        <p:nvGrpSpPr>
          <p:cNvPr id="815" name="Group 814">
            <a:extLst>
              <a:ext uri="{FF2B5EF4-FFF2-40B4-BE49-F238E27FC236}">
                <a16:creationId xmlns:a16="http://schemas.microsoft.com/office/drawing/2014/main" id="{98F70650-8E48-1844-382B-91FBA9C8DD1F}"/>
              </a:ext>
              <a:ext uri="{C183D7F6-B498-43B3-948B-1728B52AA6E4}">
                <adec:decorative xmlns:adec="http://schemas.microsoft.com/office/drawing/2017/decorative" val="1"/>
              </a:ext>
            </a:extLst>
          </p:cNvPr>
          <p:cNvGrpSpPr/>
          <p:nvPr userDrawn="1"/>
        </p:nvGrpSpPr>
        <p:grpSpPr>
          <a:xfrm>
            <a:off x="5716" y="-50037"/>
            <a:ext cx="12186031" cy="3025624"/>
            <a:chOff x="5716" y="-50037"/>
            <a:chExt cx="12186031" cy="3025624"/>
          </a:xfrm>
        </p:grpSpPr>
        <p:sp>
          <p:nvSpPr>
            <p:cNvPr id="12" name="Freeform: Shape 11">
              <a:extLst>
                <a:ext uri="{FF2B5EF4-FFF2-40B4-BE49-F238E27FC236}">
                  <a16:creationId xmlns:a16="http://schemas.microsoft.com/office/drawing/2014/main" id="{696CB0C7-73C9-4B92-88CA-FE7D026ED481}"/>
                </a:ext>
              </a:extLst>
            </p:cNvPr>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00EB8F1C-0D8E-4E0F-BD64-E9093BCEC615}"/>
                </a:ext>
              </a:extLst>
            </p:cNvPr>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94D8640-E626-45FA-B2CF-0222166C2F42}"/>
                </a:ext>
              </a:extLst>
            </p:cNvPr>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5873C672-C0CC-4550-A694-CEB71DC6BEA7}"/>
                </a:ext>
              </a:extLst>
            </p:cNvPr>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rtlCol="0" anchor="ctr"/>
            <a:lstStyle/>
            <a:p>
              <a:endParaRPr lang="en-US" dirty="0"/>
            </a:p>
          </p:txBody>
        </p:sp>
        <p:sp>
          <p:nvSpPr>
            <p:cNvPr id="776" name="Freeform 775">
              <a:extLst>
                <a:ext uri="{FF2B5EF4-FFF2-40B4-BE49-F238E27FC236}">
                  <a16:creationId xmlns:a16="http://schemas.microsoft.com/office/drawing/2014/main" id="{8AE234EC-24BB-C203-13CC-0DE3E8682DFF}"/>
                </a:ext>
              </a:extLst>
            </p:cNvPr>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40" name="Freeform: Shape 39">
              <a:extLst>
                <a:ext uri="{FF2B5EF4-FFF2-40B4-BE49-F238E27FC236}">
                  <a16:creationId xmlns:a16="http://schemas.microsoft.com/office/drawing/2014/main" id="{F11A9D8D-D79C-4384-9337-0BC9CD9F4958}"/>
                </a:ext>
              </a:extLst>
            </p:cNvPr>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1D035A0E-C739-44A5-A218-106270665C55}"/>
                </a:ext>
              </a:extLst>
            </p:cNvPr>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cxn ang="0">
                  <a:pos x="connsiteX0" y="connsiteY0"/>
                </a:cxn>
                <a:cxn ang="0">
                  <a:pos x="connsiteX1" y="connsiteY1"/>
                </a:cxn>
                <a:cxn ang="0">
                  <a:pos x="connsiteX2" y="connsiteY2"/>
                </a:cxn>
                <a:cxn ang="0">
                  <a:pos x="connsiteX3" y="connsiteY3"/>
                </a:cxn>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8D5399D4-A249-41F9-A76B-A2B3871FD809}"/>
                </a:ext>
              </a:extLst>
            </p:cNvPr>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5709E6D-E0D2-4AC0-AAE0-11017863EA92}"/>
                </a:ext>
              </a:extLst>
            </p:cNvPr>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D36426AF-7BB3-46D5-B9F7-1F30C736A494}"/>
                </a:ext>
              </a:extLst>
            </p:cNvPr>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1F43FF8-7888-4C0A-9374-7A344D8D8242}"/>
                </a:ext>
              </a:extLst>
            </p:cNvPr>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AFE2214C-D2A6-4064-80B4-801301A77711}"/>
                </a:ext>
              </a:extLst>
            </p:cNvPr>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3792C80-3C4E-4A5E-B28A-A845906AD7BE}"/>
                </a:ext>
              </a:extLst>
            </p:cNvPr>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A128138C-11B0-43A7-A30B-05BF0531FB38}"/>
                </a:ext>
              </a:extLst>
            </p:cNvPr>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rtlCol="0" anchor="ctr"/>
            <a:lstStyle/>
            <a:p>
              <a:endParaRPr lang="en-US" dirty="0"/>
            </a:p>
          </p:txBody>
        </p:sp>
        <p:sp>
          <p:nvSpPr>
            <p:cNvPr id="789" name="Freeform 788">
              <a:extLst>
                <a:ext uri="{FF2B5EF4-FFF2-40B4-BE49-F238E27FC236}">
                  <a16:creationId xmlns:a16="http://schemas.microsoft.com/office/drawing/2014/main" id="{9CB742FD-E6D8-87A6-F66D-D5830EC0FE4B}"/>
                </a:ext>
              </a:extLst>
            </p:cNvPr>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cxn ang="0">
                  <a:pos x="connsiteX0" y="connsiteY0"/>
                </a:cxn>
                <a:cxn ang="0">
                  <a:pos x="connsiteX1" y="connsiteY1"/>
                </a:cxn>
                <a:cxn ang="0">
                  <a:pos x="connsiteX2" y="connsiteY2"/>
                </a:cxn>
                <a:cxn ang="0">
                  <a:pos x="connsiteX3" y="connsiteY3"/>
                </a:cxn>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785" name="Freeform 784">
              <a:extLst>
                <a:ext uri="{FF2B5EF4-FFF2-40B4-BE49-F238E27FC236}">
                  <a16:creationId xmlns:a16="http://schemas.microsoft.com/office/drawing/2014/main" id="{95880C50-423C-1BDB-74B3-19400311FDC0}"/>
                </a:ext>
              </a:extLst>
            </p:cNvPr>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cxn ang="0">
                  <a:pos x="connsiteX0" y="connsiteY0"/>
                </a:cxn>
                <a:cxn ang="0">
                  <a:pos x="connsiteX1" y="connsiteY1"/>
                </a:cxn>
                <a:cxn ang="0">
                  <a:pos x="connsiteX2" y="connsiteY2"/>
                </a:cxn>
                <a:cxn ang="0">
                  <a:pos x="connsiteX3" y="connsiteY3"/>
                </a:cxn>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780" name="Freeform 779">
              <a:extLst>
                <a:ext uri="{FF2B5EF4-FFF2-40B4-BE49-F238E27FC236}">
                  <a16:creationId xmlns:a16="http://schemas.microsoft.com/office/drawing/2014/main" id="{DA802240-291A-34FF-3135-1B01B1041638}"/>
                </a:ext>
              </a:extLst>
            </p:cNvPr>
            <p:cNvSpPr/>
            <p:nvPr userDrawn="1"/>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67" name="Freeform: Shape 66">
              <a:extLst>
                <a:ext uri="{FF2B5EF4-FFF2-40B4-BE49-F238E27FC236}">
                  <a16:creationId xmlns:a16="http://schemas.microsoft.com/office/drawing/2014/main" id="{52150121-89D0-4AC9-8F16-FA142C7D4304}"/>
                </a:ext>
              </a:extLst>
            </p:cNvPr>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rtlCol="0" anchor="ctr"/>
            <a:lstStyle/>
            <a:p>
              <a:endParaRPr lang="en-US" dirty="0"/>
            </a:p>
          </p:txBody>
        </p:sp>
        <p:sp>
          <p:nvSpPr>
            <p:cNvPr id="778" name="Freeform 777">
              <a:extLst>
                <a:ext uri="{FF2B5EF4-FFF2-40B4-BE49-F238E27FC236}">
                  <a16:creationId xmlns:a16="http://schemas.microsoft.com/office/drawing/2014/main" id="{9EBADD24-CA3B-B936-2CC1-E5826527A689}"/>
                </a:ext>
              </a:extLst>
            </p:cNvPr>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cxn ang="0">
                  <a:pos x="connsiteX0" y="connsiteY0"/>
                </a:cxn>
                <a:cxn ang="0">
                  <a:pos x="connsiteX1" y="connsiteY1"/>
                </a:cxn>
                <a:cxn ang="0">
                  <a:pos x="connsiteX2" y="connsiteY2"/>
                </a:cxn>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69" name="Freeform: Shape 68">
              <a:extLst>
                <a:ext uri="{FF2B5EF4-FFF2-40B4-BE49-F238E27FC236}">
                  <a16:creationId xmlns:a16="http://schemas.microsoft.com/office/drawing/2014/main" id="{EAE48A8A-0D1F-4DE4-B1FB-95599D960B15}"/>
                </a:ext>
              </a:extLst>
            </p:cNvPr>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63A8FDD-A0EC-4115-92B1-9CCC7402F490}"/>
                </a:ext>
              </a:extLst>
            </p:cNvPr>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3B0B500-5E50-446D-9425-D2FC54804D65}"/>
                </a:ext>
              </a:extLst>
            </p:cNvPr>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cxn ang="0">
                  <a:pos x="connsiteX0" y="connsiteY0"/>
                </a:cxn>
                <a:cxn ang="0">
                  <a:pos x="connsiteX1" y="connsiteY1"/>
                </a:cxn>
                <a:cxn ang="0">
                  <a:pos x="connsiteX2" y="connsiteY2"/>
                </a:cxn>
                <a:cxn ang="0">
                  <a:pos x="connsiteX3" y="connsiteY3"/>
                </a:cxn>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DF05FA-63E1-425C-87D2-A0B475C37243}"/>
                </a:ext>
              </a:extLst>
            </p:cNvPr>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A6ECF1D3-AF31-425C-9895-683D6AF092EE}"/>
                </a:ext>
              </a:extLst>
            </p:cNvPr>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47256726-B7C1-4AB8-805E-5FD1C8D16C19}"/>
                </a:ext>
              </a:extLst>
            </p:cNvPr>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1E731EA2-E8C0-4855-BD36-B2BD56975040}"/>
                </a:ext>
              </a:extLst>
            </p:cNvPr>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BBD158FE-6B1E-4BE1-9C49-933EADFAA8F5}"/>
                </a:ext>
              </a:extLst>
            </p:cNvPr>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cxn ang="0">
                  <a:pos x="connsiteX0" y="connsiteY0"/>
                </a:cxn>
                <a:cxn ang="0">
                  <a:pos x="connsiteX1" y="connsiteY1"/>
                </a:cxn>
                <a:cxn ang="0">
                  <a:pos x="connsiteX2" y="connsiteY2"/>
                </a:cxn>
                <a:cxn ang="0">
                  <a:pos x="connsiteX3" y="connsiteY3"/>
                </a:cxn>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EB40538-96AA-498C-BFC8-4B42E6FDE105}"/>
                </a:ext>
              </a:extLst>
            </p:cNvPr>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997AA30-9185-4BA8-B58F-F64514EB009A}"/>
                </a:ext>
              </a:extLst>
            </p:cNvPr>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rtlCol="0" anchor="ctr"/>
            <a:lstStyle/>
            <a:p>
              <a:endParaRPr lang="en-US" dirty="0"/>
            </a:p>
          </p:txBody>
        </p:sp>
        <p:sp>
          <p:nvSpPr>
            <p:cNvPr id="797" name="Freeform 796">
              <a:extLst>
                <a:ext uri="{FF2B5EF4-FFF2-40B4-BE49-F238E27FC236}">
                  <a16:creationId xmlns:a16="http://schemas.microsoft.com/office/drawing/2014/main" id="{28C8952C-5B46-D1EC-FECE-2E1A2E1C1C1C}"/>
                </a:ext>
              </a:extLst>
            </p:cNvPr>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rtlCol="0" anchor="ctr">
              <a:noAutofit/>
            </a:bodyPr>
            <a:lstStyle/>
            <a:p>
              <a:endParaRPr lang="en-US" dirty="0"/>
            </a:p>
          </p:txBody>
        </p:sp>
        <p:sp>
          <p:nvSpPr>
            <p:cNvPr id="803" name="Freeform 802">
              <a:extLst>
                <a:ext uri="{FF2B5EF4-FFF2-40B4-BE49-F238E27FC236}">
                  <a16:creationId xmlns:a16="http://schemas.microsoft.com/office/drawing/2014/main" id="{FA10EB6E-9C26-5CF2-4D48-9099D7D162DF}"/>
                </a:ext>
              </a:extLst>
            </p:cNvPr>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801" name="Freeform 800">
              <a:extLst>
                <a:ext uri="{FF2B5EF4-FFF2-40B4-BE49-F238E27FC236}">
                  <a16:creationId xmlns:a16="http://schemas.microsoft.com/office/drawing/2014/main" id="{5CD91505-58C6-46EC-09EA-BF96BB70EFC8}"/>
                </a:ext>
              </a:extLst>
            </p:cNvPr>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cxn ang="0">
                  <a:pos x="connsiteX0" y="connsiteY0"/>
                </a:cxn>
                <a:cxn ang="0">
                  <a:pos x="connsiteX1" y="connsiteY1"/>
                </a:cxn>
                <a:cxn ang="0">
                  <a:pos x="connsiteX2" y="connsiteY2"/>
                </a:cxn>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rtlCol="0" anchor="ctr">
              <a:noAutofit/>
            </a:bodyPr>
            <a:lstStyle/>
            <a:p>
              <a:endParaRPr lang="en-US" dirty="0"/>
            </a:p>
          </p:txBody>
        </p:sp>
        <p:sp>
          <p:nvSpPr>
            <p:cNvPr id="94" name="Freeform: Shape 93">
              <a:extLst>
                <a:ext uri="{FF2B5EF4-FFF2-40B4-BE49-F238E27FC236}">
                  <a16:creationId xmlns:a16="http://schemas.microsoft.com/office/drawing/2014/main" id="{672DE4E8-6A11-4EFA-BA87-7412B18193E3}"/>
                </a:ext>
              </a:extLst>
            </p:cNvPr>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43293CA4-CE6D-4F7C-85CE-24836ED615F6}"/>
                </a:ext>
              </a:extLst>
            </p:cNvPr>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00F1CE69-AE4C-4B0B-BE72-60D73A336D54}"/>
                </a:ext>
              </a:extLst>
            </p:cNvPr>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333F33F3-FFC2-4DDE-BE0A-527A573E8EA1}"/>
                </a:ext>
              </a:extLst>
            </p:cNvPr>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cxn ang="0">
                  <a:pos x="connsiteX0" y="connsiteY0"/>
                </a:cxn>
                <a:cxn ang="0">
                  <a:pos x="connsiteX1" y="connsiteY1"/>
                </a:cxn>
                <a:cxn ang="0">
                  <a:pos x="connsiteX2" y="connsiteY2"/>
                </a:cxn>
                <a:cxn ang="0">
                  <a:pos x="connsiteX3" y="connsiteY3"/>
                </a:cxn>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FC69BE9E-209A-44C9-A643-31AB33338516}"/>
                </a:ext>
              </a:extLst>
            </p:cNvPr>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6FD68C00-9475-46D5-9199-D48BF24D2B87}"/>
                </a:ext>
              </a:extLst>
            </p:cNvPr>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4E4848C-69F7-4A89-957C-F518EB45FE72}"/>
                </a:ext>
              </a:extLst>
            </p:cNvPr>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B34B9893-DA6D-44A3-8276-2500C282F762}"/>
                </a:ext>
              </a:extLst>
            </p:cNvPr>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E56F51D7-1296-4479-8279-F59754D1D103}"/>
                </a:ext>
              </a:extLst>
            </p:cNvPr>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82B7A8A8-7AB8-4765-95E4-10A2D73DE5CC}"/>
                </a:ext>
              </a:extLst>
            </p:cNvPr>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581FFEFC-08ED-441C-97A2-5D04FB2AE90A}"/>
                </a:ext>
              </a:extLst>
            </p:cNvPr>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2FD590C-CADB-44AF-8B9D-649C10D4B189}"/>
                </a:ext>
              </a:extLst>
            </p:cNvPr>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72D10EC6-9A04-40FB-8C36-B169719F57C1}"/>
                </a:ext>
              </a:extLst>
            </p:cNvPr>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75B6FCDB-4041-434C-B4CF-3FEC71AAAF06}"/>
                </a:ext>
              </a:extLst>
            </p:cNvPr>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BBB9A4F2-7D89-47C9-ABC7-6B6A4A3411B4}"/>
                </a:ext>
              </a:extLst>
            </p:cNvPr>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DC62CE4-3C17-49E5-BF01-327900A5B94E}"/>
                </a:ext>
              </a:extLst>
            </p:cNvPr>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E480EC70-7403-49A0-A35B-1452169E40ED}"/>
                </a:ext>
              </a:extLst>
            </p:cNvPr>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FB7E7588-F35A-41AF-B055-BCAE58CF1A61}"/>
                </a:ext>
              </a:extLst>
            </p:cNvPr>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FD2DEDF1-49BF-4697-A190-1CD5CEAA9E1A}"/>
                </a:ext>
              </a:extLst>
            </p:cNvPr>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D45A4D78-8724-4633-B31D-D220615F534B}"/>
                </a:ext>
              </a:extLst>
            </p:cNvPr>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2281381E-C89E-4016-A372-92B5B3D563E7}"/>
                </a:ext>
              </a:extLst>
            </p:cNvPr>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0387604-3597-4829-8336-217DCACEECD2}"/>
                </a:ext>
              </a:extLst>
            </p:cNvPr>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6E09BF83-6658-45ED-93A4-A465AB69519D}"/>
                </a:ext>
              </a:extLst>
            </p:cNvPr>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C3D3BFB-5CE0-4C28-BCB4-E8753DDDED1C}"/>
                </a:ext>
              </a:extLst>
            </p:cNvPr>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rtlCol="0" anchor="ctr"/>
            <a:lstStyle/>
            <a:p>
              <a:endParaRPr lang="en-US" dirty="0"/>
            </a:p>
          </p:txBody>
        </p:sp>
        <p:sp>
          <p:nvSpPr>
            <p:cNvPr id="810" name="Freeform 809">
              <a:extLst>
                <a:ext uri="{FF2B5EF4-FFF2-40B4-BE49-F238E27FC236}">
                  <a16:creationId xmlns:a16="http://schemas.microsoft.com/office/drawing/2014/main" id="{47B922FA-CDEA-A2D1-1DF9-A5354EB44AE0}"/>
                </a:ext>
              </a:extLst>
            </p:cNvPr>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126" name="Freeform: Shape 125">
              <a:extLst>
                <a:ext uri="{FF2B5EF4-FFF2-40B4-BE49-F238E27FC236}">
                  <a16:creationId xmlns:a16="http://schemas.microsoft.com/office/drawing/2014/main" id="{34291ACA-4B81-420D-A9F6-ED589F9A7F8F}"/>
                </a:ext>
              </a:extLst>
            </p:cNvPr>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12A9F120-74F2-4332-AB35-9A23478D7676}"/>
                </a:ext>
              </a:extLst>
            </p:cNvPr>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7A06EB5-C4AB-40D2-A860-AF6D5D122E5D}"/>
                </a:ext>
              </a:extLst>
            </p:cNvPr>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17E1560B-2CB4-47FC-902A-D244B564BCF8}"/>
                </a:ext>
              </a:extLst>
            </p:cNvPr>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26F3B0DE-2D55-4F7C-A299-0F4CBDC61B1B}"/>
                </a:ext>
              </a:extLst>
            </p:cNvPr>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rtlCol="0" anchor="ctr"/>
            <a:lstStyle/>
            <a:p>
              <a:endParaRPr lang="en-US" dirty="0"/>
            </a:p>
          </p:txBody>
        </p:sp>
        <p:sp>
          <p:nvSpPr>
            <p:cNvPr id="260" name="Freeform: Shape 259">
              <a:extLst>
                <a:ext uri="{FF2B5EF4-FFF2-40B4-BE49-F238E27FC236}">
                  <a16:creationId xmlns:a16="http://schemas.microsoft.com/office/drawing/2014/main" id="{F2D807D9-9071-4D26-AF35-C6711595B077}"/>
                </a:ext>
              </a:extLst>
            </p:cNvPr>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rtlCol="0" anchor="ctr"/>
            <a:lstStyle/>
            <a:p>
              <a:endParaRPr lang="en-US" dirty="0"/>
            </a:p>
          </p:txBody>
        </p:sp>
        <p:sp>
          <p:nvSpPr>
            <p:cNvPr id="261" name="Freeform: Shape 260">
              <a:extLst>
                <a:ext uri="{FF2B5EF4-FFF2-40B4-BE49-F238E27FC236}">
                  <a16:creationId xmlns:a16="http://schemas.microsoft.com/office/drawing/2014/main" id="{AA4CA55F-A7EB-4041-97C3-818EF502A127}"/>
                </a:ext>
              </a:extLst>
            </p:cNvPr>
            <p:cNvSpPr/>
            <p:nvPr/>
          </p:nvSpPr>
          <p:spPr>
            <a:xfrm>
              <a:off x="9211548" y="62009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262" name="Freeform: Shape 261">
              <a:extLst>
                <a:ext uri="{FF2B5EF4-FFF2-40B4-BE49-F238E27FC236}">
                  <a16:creationId xmlns:a16="http://schemas.microsoft.com/office/drawing/2014/main" id="{D0DA1F02-7551-46DF-8900-288EFC2868F9}"/>
                </a:ext>
              </a:extLst>
            </p:cNvPr>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63" name="Freeform: Shape 262">
              <a:extLst>
                <a:ext uri="{FF2B5EF4-FFF2-40B4-BE49-F238E27FC236}">
                  <a16:creationId xmlns:a16="http://schemas.microsoft.com/office/drawing/2014/main" id="{AC4D6326-3E87-49CA-8338-209C060EAE0B}"/>
                </a:ext>
              </a:extLst>
            </p:cNvPr>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rtlCol="0" anchor="ctr"/>
            <a:lstStyle/>
            <a:p>
              <a:endParaRPr lang="en-US" dirty="0"/>
            </a:p>
          </p:txBody>
        </p:sp>
        <p:sp>
          <p:nvSpPr>
            <p:cNvPr id="264" name="Freeform: Shape 263">
              <a:extLst>
                <a:ext uri="{FF2B5EF4-FFF2-40B4-BE49-F238E27FC236}">
                  <a16:creationId xmlns:a16="http://schemas.microsoft.com/office/drawing/2014/main" id="{0AF1B9DB-B28A-401F-AC75-0B893EE73E52}"/>
                </a:ext>
              </a:extLst>
            </p:cNvPr>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rtlCol="0" anchor="ctr"/>
            <a:lstStyle/>
            <a:p>
              <a:endParaRPr lang="en-US" dirty="0"/>
            </a:p>
          </p:txBody>
        </p:sp>
        <p:sp>
          <p:nvSpPr>
            <p:cNvPr id="265" name="Freeform: Shape 264">
              <a:extLst>
                <a:ext uri="{FF2B5EF4-FFF2-40B4-BE49-F238E27FC236}">
                  <a16:creationId xmlns:a16="http://schemas.microsoft.com/office/drawing/2014/main" id="{DFC767E1-DF53-42EF-BC8A-AB07C207C0A7}"/>
                </a:ext>
              </a:extLst>
            </p:cNvPr>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rtlCol="0" anchor="ctr"/>
            <a:lstStyle/>
            <a:p>
              <a:endParaRPr lang="en-US" dirty="0"/>
            </a:p>
          </p:txBody>
        </p:sp>
        <p:sp>
          <p:nvSpPr>
            <p:cNvPr id="266" name="Freeform: Shape 265">
              <a:extLst>
                <a:ext uri="{FF2B5EF4-FFF2-40B4-BE49-F238E27FC236}">
                  <a16:creationId xmlns:a16="http://schemas.microsoft.com/office/drawing/2014/main" id="{BAA5ED17-ECFE-4B0A-80B4-055358CA7BC1}"/>
                </a:ext>
              </a:extLst>
            </p:cNvPr>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0"/>
                  </a:moveTo>
                  <a:lnTo>
                    <a:pt x="0"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267" name="Freeform: Shape 266">
              <a:extLst>
                <a:ext uri="{FF2B5EF4-FFF2-40B4-BE49-F238E27FC236}">
                  <a16:creationId xmlns:a16="http://schemas.microsoft.com/office/drawing/2014/main" id="{6F513EB8-9659-470A-B003-9906FE36D3F4}"/>
                </a:ext>
              </a:extLst>
            </p:cNvPr>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rtlCol="0" anchor="ctr"/>
            <a:lstStyle/>
            <a:p>
              <a:endParaRPr lang="en-US" dirty="0"/>
            </a:p>
          </p:txBody>
        </p:sp>
        <p:sp>
          <p:nvSpPr>
            <p:cNvPr id="268" name="Freeform: Shape 267">
              <a:extLst>
                <a:ext uri="{FF2B5EF4-FFF2-40B4-BE49-F238E27FC236}">
                  <a16:creationId xmlns:a16="http://schemas.microsoft.com/office/drawing/2014/main" id="{C5E3018B-5850-4B86-85F7-345B150DD13C}"/>
                </a:ext>
              </a:extLst>
            </p:cNvPr>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rtlCol="0" anchor="ctr"/>
            <a:lstStyle/>
            <a:p>
              <a:endParaRPr lang="en-US" dirty="0"/>
            </a:p>
          </p:txBody>
        </p:sp>
        <p:sp>
          <p:nvSpPr>
            <p:cNvPr id="269" name="Freeform: Shape 268">
              <a:extLst>
                <a:ext uri="{FF2B5EF4-FFF2-40B4-BE49-F238E27FC236}">
                  <a16:creationId xmlns:a16="http://schemas.microsoft.com/office/drawing/2014/main" id="{B90109BD-77D2-4EBB-9C49-DF3AFEA0E6C7}"/>
                </a:ext>
              </a:extLst>
            </p:cNvPr>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cxn ang="0">
                  <a:pos x="connsiteX0" y="connsiteY0"/>
                </a:cxn>
                <a:cxn ang="0">
                  <a:pos x="connsiteX1" y="connsiteY1"/>
                </a:cxn>
                <a:cxn ang="0">
                  <a:pos x="connsiteX2" y="connsiteY2"/>
                </a:cxn>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270" name="Freeform: Shape 269">
              <a:extLst>
                <a:ext uri="{FF2B5EF4-FFF2-40B4-BE49-F238E27FC236}">
                  <a16:creationId xmlns:a16="http://schemas.microsoft.com/office/drawing/2014/main" id="{2351D74D-937E-4C87-A9C9-885A3A56338E}"/>
                </a:ext>
              </a:extLst>
            </p:cNvPr>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rtlCol="0" anchor="ctr"/>
            <a:lstStyle/>
            <a:p>
              <a:endParaRPr lang="en-US" dirty="0"/>
            </a:p>
          </p:txBody>
        </p:sp>
        <p:sp>
          <p:nvSpPr>
            <p:cNvPr id="271" name="Freeform: Shape 270">
              <a:extLst>
                <a:ext uri="{FF2B5EF4-FFF2-40B4-BE49-F238E27FC236}">
                  <a16:creationId xmlns:a16="http://schemas.microsoft.com/office/drawing/2014/main" id="{EBD515AA-2FBE-44C8-8C7D-57A11894521D}"/>
                </a:ext>
              </a:extLst>
            </p:cNvPr>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rtlCol="0" anchor="ctr"/>
            <a:lstStyle/>
            <a:p>
              <a:endParaRPr lang="en-US" dirty="0"/>
            </a:p>
          </p:txBody>
        </p:sp>
        <p:sp>
          <p:nvSpPr>
            <p:cNvPr id="272" name="Freeform: Shape 271">
              <a:extLst>
                <a:ext uri="{FF2B5EF4-FFF2-40B4-BE49-F238E27FC236}">
                  <a16:creationId xmlns:a16="http://schemas.microsoft.com/office/drawing/2014/main" id="{BD30C0F3-51A0-427E-A607-4F0809ADC9B5}"/>
                </a:ext>
              </a:extLst>
            </p:cNvPr>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cxn ang="0">
                  <a:pos x="connsiteX0" y="connsiteY0"/>
                </a:cxn>
                <a:cxn ang="0">
                  <a:pos x="connsiteX1" y="connsiteY1"/>
                </a:cxn>
                <a:cxn ang="0">
                  <a:pos x="connsiteX2" y="connsiteY2"/>
                </a:cxn>
                <a:cxn ang="0">
                  <a:pos x="connsiteX3" y="connsiteY3"/>
                </a:cxn>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rtlCol="0" anchor="ctr"/>
            <a:lstStyle/>
            <a:p>
              <a:endParaRPr lang="en-US" dirty="0"/>
            </a:p>
          </p:txBody>
        </p:sp>
        <p:sp>
          <p:nvSpPr>
            <p:cNvPr id="276" name="Freeform: Shape 275">
              <a:extLst>
                <a:ext uri="{FF2B5EF4-FFF2-40B4-BE49-F238E27FC236}">
                  <a16:creationId xmlns:a16="http://schemas.microsoft.com/office/drawing/2014/main" id="{2BA7C2CC-4C5B-4C3E-A513-F96E7A47C1E0}"/>
                </a:ext>
              </a:extLst>
            </p:cNvPr>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rtlCol="0" anchor="ctr"/>
            <a:lstStyle/>
            <a:p>
              <a:endParaRPr lang="en-US" dirty="0"/>
            </a:p>
          </p:txBody>
        </p:sp>
        <p:sp>
          <p:nvSpPr>
            <p:cNvPr id="791" name="Freeform 790">
              <a:extLst>
                <a:ext uri="{FF2B5EF4-FFF2-40B4-BE49-F238E27FC236}">
                  <a16:creationId xmlns:a16="http://schemas.microsoft.com/office/drawing/2014/main" id="{676E1FD3-28A9-7EA4-4B57-B6D4974B61F1}"/>
                </a:ext>
              </a:extLst>
            </p:cNvPr>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280" name="Freeform: Shape 279">
              <a:extLst>
                <a:ext uri="{FF2B5EF4-FFF2-40B4-BE49-F238E27FC236}">
                  <a16:creationId xmlns:a16="http://schemas.microsoft.com/office/drawing/2014/main" id="{8F0BCCC5-0B68-482E-8C8A-A5B4323F0D43}"/>
                </a:ext>
              </a:extLst>
            </p:cNvPr>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1" name="Freeform: Shape 280">
              <a:extLst>
                <a:ext uri="{FF2B5EF4-FFF2-40B4-BE49-F238E27FC236}">
                  <a16:creationId xmlns:a16="http://schemas.microsoft.com/office/drawing/2014/main" id="{FBA12E71-9095-4443-8098-86C05A391A99}"/>
                </a:ext>
              </a:extLst>
            </p:cNvPr>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rtlCol="0" anchor="ctr"/>
            <a:lstStyle/>
            <a:p>
              <a:endParaRPr lang="en-US" dirty="0"/>
            </a:p>
          </p:txBody>
        </p:sp>
        <p:sp>
          <p:nvSpPr>
            <p:cNvPr id="282" name="Freeform: Shape 281">
              <a:extLst>
                <a:ext uri="{FF2B5EF4-FFF2-40B4-BE49-F238E27FC236}">
                  <a16:creationId xmlns:a16="http://schemas.microsoft.com/office/drawing/2014/main" id="{B8402502-70A7-45AA-AFA6-F33FCDEEBDC8}"/>
                </a:ext>
              </a:extLst>
            </p:cNvPr>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cxn ang="0">
                  <a:pos x="connsiteX0" y="connsiteY0"/>
                </a:cxn>
                <a:cxn ang="0">
                  <a:pos x="connsiteX1" y="connsiteY1"/>
                </a:cxn>
                <a:cxn ang="0">
                  <a:pos x="connsiteX2" y="connsiteY2"/>
                </a:cxn>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3" name="Freeform: Shape 282">
              <a:extLst>
                <a:ext uri="{FF2B5EF4-FFF2-40B4-BE49-F238E27FC236}">
                  <a16:creationId xmlns:a16="http://schemas.microsoft.com/office/drawing/2014/main" id="{626C61C4-91D8-4D1E-91F6-70E3BA8083A2}"/>
                </a:ext>
              </a:extLst>
            </p:cNvPr>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rtlCol="0" anchor="ctr"/>
            <a:lstStyle/>
            <a:p>
              <a:endParaRPr lang="en-US" dirty="0"/>
            </a:p>
          </p:txBody>
        </p:sp>
        <p:sp>
          <p:nvSpPr>
            <p:cNvPr id="297" name="Freeform: Shape 296">
              <a:extLst>
                <a:ext uri="{FF2B5EF4-FFF2-40B4-BE49-F238E27FC236}">
                  <a16:creationId xmlns:a16="http://schemas.microsoft.com/office/drawing/2014/main" id="{12516173-86F5-44BF-891F-9EC604600F62}"/>
                </a:ext>
              </a:extLst>
            </p:cNvPr>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rtlCol="0" anchor="ctr"/>
            <a:lstStyle/>
            <a:p>
              <a:endParaRPr lang="en-US" dirty="0"/>
            </a:p>
          </p:txBody>
        </p:sp>
        <p:sp>
          <p:nvSpPr>
            <p:cNvPr id="300" name="Freeform: Shape 299">
              <a:extLst>
                <a:ext uri="{FF2B5EF4-FFF2-40B4-BE49-F238E27FC236}">
                  <a16:creationId xmlns:a16="http://schemas.microsoft.com/office/drawing/2014/main" id="{B712C6C9-A458-48E4-9891-2088765C732B}"/>
                </a:ext>
              </a:extLst>
            </p:cNvPr>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rtlCol="0" anchor="ctr"/>
            <a:lstStyle/>
            <a:p>
              <a:endParaRPr lang="en-US" dirty="0"/>
            </a:p>
          </p:txBody>
        </p:sp>
        <p:sp>
          <p:nvSpPr>
            <p:cNvPr id="783" name="Freeform 782">
              <a:extLst>
                <a:ext uri="{FF2B5EF4-FFF2-40B4-BE49-F238E27FC236}">
                  <a16:creationId xmlns:a16="http://schemas.microsoft.com/office/drawing/2014/main" id="{AC5F2025-A1DD-E6B5-9595-D6808C59AB5E}"/>
                </a:ext>
              </a:extLst>
            </p:cNvPr>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04" name="Freeform: Shape 303">
              <a:extLst>
                <a:ext uri="{FF2B5EF4-FFF2-40B4-BE49-F238E27FC236}">
                  <a16:creationId xmlns:a16="http://schemas.microsoft.com/office/drawing/2014/main" id="{73EEEBAD-87CA-4F1D-BF1F-614D3E51C6AD}"/>
                </a:ext>
              </a:extLst>
            </p:cNvPr>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cxn ang="0">
                  <a:pos x="connsiteX0" y="connsiteY0"/>
                </a:cxn>
                <a:cxn ang="0">
                  <a:pos x="connsiteX1" y="connsiteY1"/>
                </a:cxn>
                <a:cxn ang="0">
                  <a:pos x="connsiteX2" y="connsiteY2"/>
                </a:cxn>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rtlCol="0" anchor="ctr"/>
            <a:lstStyle/>
            <a:p>
              <a:endParaRPr lang="en-US" dirty="0"/>
            </a:p>
          </p:txBody>
        </p:sp>
        <p:sp>
          <p:nvSpPr>
            <p:cNvPr id="310" name="Freeform: Shape 309">
              <a:extLst>
                <a:ext uri="{FF2B5EF4-FFF2-40B4-BE49-F238E27FC236}">
                  <a16:creationId xmlns:a16="http://schemas.microsoft.com/office/drawing/2014/main" id="{4B49D84C-57FA-4245-847C-1A0B5E38F71C}"/>
                </a:ext>
              </a:extLst>
            </p:cNvPr>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rtlCol="0" anchor="ctr"/>
            <a:lstStyle/>
            <a:p>
              <a:endParaRPr lang="en-US" dirty="0"/>
            </a:p>
          </p:txBody>
        </p:sp>
        <p:sp>
          <p:nvSpPr>
            <p:cNvPr id="315" name="Freeform: Shape 314">
              <a:extLst>
                <a:ext uri="{FF2B5EF4-FFF2-40B4-BE49-F238E27FC236}">
                  <a16:creationId xmlns:a16="http://schemas.microsoft.com/office/drawing/2014/main" id="{3534BE47-284C-4D8C-BFF9-59339010B7B4}"/>
                </a:ext>
              </a:extLst>
            </p:cNvPr>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rtlCol="0" anchor="ctr"/>
            <a:lstStyle/>
            <a:p>
              <a:endParaRPr lang="en-US" dirty="0"/>
            </a:p>
          </p:txBody>
        </p:sp>
        <p:sp>
          <p:nvSpPr>
            <p:cNvPr id="773" name="Freeform 772">
              <a:extLst>
                <a:ext uri="{FF2B5EF4-FFF2-40B4-BE49-F238E27FC236}">
                  <a16:creationId xmlns:a16="http://schemas.microsoft.com/office/drawing/2014/main" id="{933BA95F-42B0-929B-69A1-690B15D71E8F}"/>
                </a:ext>
              </a:extLst>
            </p:cNvPr>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17" name="Freeform: Shape 316">
              <a:extLst>
                <a:ext uri="{FF2B5EF4-FFF2-40B4-BE49-F238E27FC236}">
                  <a16:creationId xmlns:a16="http://schemas.microsoft.com/office/drawing/2014/main" id="{79342ABF-5E76-4AF9-BF9D-C6FF8124BA6C}"/>
                </a:ext>
              </a:extLst>
            </p:cNvPr>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rtlCol="0" anchor="ctr"/>
            <a:lstStyle/>
            <a:p>
              <a:endParaRPr lang="en-US" dirty="0"/>
            </a:p>
          </p:txBody>
        </p:sp>
        <p:sp>
          <p:nvSpPr>
            <p:cNvPr id="322" name="Freeform: Shape 321">
              <a:extLst>
                <a:ext uri="{FF2B5EF4-FFF2-40B4-BE49-F238E27FC236}">
                  <a16:creationId xmlns:a16="http://schemas.microsoft.com/office/drawing/2014/main" id="{15197C0B-4257-4D1B-BE3C-1D0B53EFBF74}"/>
                </a:ext>
              </a:extLst>
            </p:cNvPr>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cxn ang="0">
                  <a:pos x="connsiteX0" y="connsiteY0"/>
                </a:cxn>
                <a:cxn ang="0">
                  <a:pos x="connsiteX1" y="connsiteY1"/>
                </a:cxn>
                <a:cxn ang="0">
                  <a:pos x="connsiteX2" y="connsiteY2"/>
                </a:cxn>
              </a:cxnLst>
              <a:rect l="l" t="t" r="r" b="b"/>
              <a:pathLst>
                <a:path w="634" h="634">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3" name="Freeform: Shape 322">
              <a:extLst>
                <a:ext uri="{FF2B5EF4-FFF2-40B4-BE49-F238E27FC236}">
                  <a16:creationId xmlns:a16="http://schemas.microsoft.com/office/drawing/2014/main" id="{EC588397-BC65-4188-8DA3-61D6BBA5FCE6}"/>
                </a:ext>
              </a:extLst>
            </p:cNvPr>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rtlCol="0" anchor="ctr"/>
            <a:lstStyle/>
            <a:p>
              <a:endParaRPr lang="en-US" dirty="0"/>
            </a:p>
          </p:txBody>
        </p:sp>
        <p:sp>
          <p:nvSpPr>
            <p:cNvPr id="325" name="Freeform: Shape 324">
              <a:extLst>
                <a:ext uri="{FF2B5EF4-FFF2-40B4-BE49-F238E27FC236}">
                  <a16:creationId xmlns:a16="http://schemas.microsoft.com/office/drawing/2014/main" id="{DB75E3DD-30C8-489A-92E1-4E4D6037A89F}"/>
                </a:ext>
              </a:extLst>
            </p:cNvPr>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6" name="Freeform: Shape 325">
              <a:extLst>
                <a:ext uri="{FF2B5EF4-FFF2-40B4-BE49-F238E27FC236}">
                  <a16:creationId xmlns:a16="http://schemas.microsoft.com/office/drawing/2014/main" id="{39A42858-2D8D-4392-A05F-6BE5DA802594}"/>
                </a:ext>
              </a:extLst>
            </p:cNvPr>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cxn ang="0">
                  <a:pos x="connsiteX0" y="connsiteY0"/>
                </a:cxn>
                <a:cxn ang="0">
                  <a:pos x="connsiteX1" y="connsiteY1"/>
                </a:cxn>
                <a:cxn ang="0">
                  <a:pos x="connsiteX2" y="connsiteY2"/>
                </a:cxn>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rtlCol="0" anchor="ctr"/>
            <a:lstStyle/>
            <a:p>
              <a:endParaRPr lang="en-US" dirty="0"/>
            </a:p>
          </p:txBody>
        </p:sp>
        <p:sp>
          <p:nvSpPr>
            <p:cNvPr id="339" name="Freeform: Shape 338">
              <a:extLst>
                <a:ext uri="{FF2B5EF4-FFF2-40B4-BE49-F238E27FC236}">
                  <a16:creationId xmlns:a16="http://schemas.microsoft.com/office/drawing/2014/main" id="{9AB417E0-36F9-4194-9971-242CD227510B}"/>
                </a:ext>
              </a:extLst>
            </p:cNvPr>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rtlCol="0" anchor="ctr"/>
            <a:lstStyle/>
            <a:p>
              <a:endParaRPr lang="en-US" dirty="0"/>
            </a:p>
          </p:txBody>
        </p:sp>
        <p:sp>
          <p:nvSpPr>
            <p:cNvPr id="340" name="Freeform: Shape 339">
              <a:extLst>
                <a:ext uri="{FF2B5EF4-FFF2-40B4-BE49-F238E27FC236}">
                  <a16:creationId xmlns:a16="http://schemas.microsoft.com/office/drawing/2014/main" id="{D864E9CC-7C36-4D94-B0E8-06FB80DBA12E}"/>
                </a:ext>
              </a:extLst>
            </p:cNvPr>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rtlCol="0" anchor="ctr"/>
            <a:lstStyle/>
            <a:p>
              <a:endParaRPr lang="en-US" dirty="0"/>
            </a:p>
          </p:txBody>
        </p:sp>
        <p:sp>
          <p:nvSpPr>
            <p:cNvPr id="341" name="Freeform: Shape 340">
              <a:extLst>
                <a:ext uri="{FF2B5EF4-FFF2-40B4-BE49-F238E27FC236}">
                  <a16:creationId xmlns:a16="http://schemas.microsoft.com/office/drawing/2014/main" id="{CD0E1F7F-5617-4E8E-9263-81E3D4C398F5}"/>
                </a:ext>
              </a:extLst>
            </p:cNvPr>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2" name="Freeform: Shape 341">
              <a:extLst>
                <a:ext uri="{FF2B5EF4-FFF2-40B4-BE49-F238E27FC236}">
                  <a16:creationId xmlns:a16="http://schemas.microsoft.com/office/drawing/2014/main" id="{630AFBC3-3C7E-4A49-838A-CA7A05B28094}"/>
                </a:ext>
              </a:extLst>
            </p:cNvPr>
            <p:cNvSpPr/>
            <p:nvPr/>
          </p:nvSpPr>
          <p:spPr>
            <a:xfrm>
              <a:off x="7266395" y="70478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3" name="Freeform: Shape 342">
              <a:extLst>
                <a:ext uri="{FF2B5EF4-FFF2-40B4-BE49-F238E27FC236}">
                  <a16:creationId xmlns:a16="http://schemas.microsoft.com/office/drawing/2014/main" id="{38DA3CAA-EAB8-4FE6-A8E7-359E8028CF60}"/>
                </a:ext>
              </a:extLst>
            </p:cNvPr>
            <p:cNvSpPr/>
            <p:nvPr/>
          </p:nvSpPr>
          <p:spPr>
            <a:xfrm>
              <a:off x="7264363" y="70554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4" name="Freeform: Shape 343">
              <a:extLst>
                <a:ext uri="{FF2B5EF4-FFF2-40B4-BE49-F238E27FC236}">
                  <a16:creationId xmlns:a16="http://schemas.microsoft.com/office/drawing/2014/main" id="{B8636621-3DC0-4FDF-BA4C-B840BE806AB7}"/>
                </a:ext>
              </a:extLst>
            </p:cNvPr>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rtlCol="0" anchor="ctr"/>
            <a:lstStyle/>
            <a:p>
              <a:endParaRPr lang="en-US" dirty="0"/>
            </a:p>
          </p:txBody>
        </p:sp>
        <p:sp>
          <p:nvSpPr>
            <p:cNvPr id="345" name="Freeform: Shape 344">
              <a:extLst>
                <a:ext uri="{FF2B5EF4-FFF2-40B4-BE49-F238E27FC236}">
                  <a16:creationId xmlns:a16="http://schemas.microsoft.com/office/drawing/2014/main" id="{68808E0E-5A1D-4678-8784-DBEBFBCCE2CF}"/>
                </a:ext>
              </a:extLst>
            </p:cNvPr>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6" name="Freeform: Shape 345">
              <a:extLst>
                <a:ext uri="{FF2B5EF4-FFF2-40B4-BE49-F238E27FC236}">
                  <a16:creationId xmlns:a16="http://schemas.microsoft.com/office/drawing/2014/main" id="{E75102D8-4A58-4E3C-875A-33470C15E0F9}"/>
                </a:ext>
              </a:extLst>
            </p:cNvPr>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cxn ang="0">
                  <a:pos x="connsiteX0" y="connsiteY0"/>
                </a:cxn>
                <a:cxn ang="0">
                  <a:pos x="connsiteX1" y="connsiteY1"/>
                </a:cxn>
                <a:cxn ang="0">
                  <a:pos x="connsiteX2" y="connsiteY2"/>
                </a:cxn>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347" name="Freeform: Shape 346">
              <a:extLst>
                <a:ext uri="{FF2B5EF4-FFF2-40B4-BE49-F238E27FC236}">
                  <a16:creationId xmlns:a16="http://schemas.microsoft.com/office/drawing/2014/main" id="{BDDF714E-9C32-4E0B-A768-20473D25B9DF}"/>
                </a:ext>
              </a:extLst>
            </p:cNvPr>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8" name="Freeform: Shape 347">
              <a:extLst>
                <a:ext uri="{FF2B5EF4-FFF2-40B4-BE49-F238E27FC236}">
                  <a16:creationId xmlns:a16="http://schemas.microsoft.com/office/drawing/2014/main" id="{88DA82DC-EE57-47BB-A007-0950FEF02AD2}"/>
                </a:ext>
              </a:extLst>
            </p:cNvPr>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rtlCol="0" anchor="ctr"/>
            <a:lstStyle/>
            <a:p>
              <a:endParaRPr lang="en-US" dirty="0"/>
            </a:p>
          </p:txBody>
        </p:sp>
        <p:sp>
          <p:nvSpPr>
            <p:cNvPr id="349" name="Freeform: Shape 348">
              <a:extLst>
                <a:ext uri="{FF2B5EF4-FFF2-40B4-BE49-F238E27FC236}">
                  <a16:creationId xmlns:a16="http://schemas.microsoft.com/office/drawing/2014/main" id="{CF0C5E89-C948-4AF2-9B6E-CD96E04638EB}"/>
                </a:ext>
              </a:extLst>
            </p:cNvPr>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350" name="Freeform: Shape 349">
              <a:extLst>
                <a:ext uri="{FF2B5EF4-FFF2-40B4-BE49-F238E27FC236}">
                  <a16:creationId xmlns:a16="http://schemas.microsoft.com/office/drawing/2014/main" id="{E351C802-1F3E-48B5-AEE4-A4B7D9BAA949}"/>
                </a:ext>
              </a:extLst>
            </p:cNvPr>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rtlCol="0" anchor="ctr"/>
            <a:lstStyle/>
            <a:p>
              <a:endParaRPr lang="en-US" dirty="0"/>
            </a:p>
          </p:txBody>
        </p:sp>
        <p:sp>
          <p:nvSpPr>
            <p:cNvPr id="351" name="Freeform: Shape 350">
              <a:extLst>
                <a:ext uri="{FF2B5EF4-FFF2-40B4-BE49-F238E27FC236}">
                  <a16:creationId xmlns:a16="http://schemas.microsoft.com/office/drawing/2014/main" id="{B6BCE900-1B91-4B47-BF75-1CD0C5D6A8F7}"/>
                </a:ext>
              </a:extLst>
            </p:cNvPr>
            <p:cNvSpPr/>
            <p:nvPr/>
          </p:nvSpPr>
          <p:spPr>
            <a:xfrm>
              <a:off x="7849179" y="83746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2" name="Freeform: Shape 351">
              <a:extLst>
                <a:ext uri="{FF2B5EF4-FFF2-40B4-BE49-F238E27FC236}">
                  <a16:creationId xmlns:a16="http://schemas.microsoft.com/office/drawing/2014/main" id="{35AF1395-875A-4FB8-A576-A4D92BE66EB3}"/>
                </a:ext>
              </a:extLst>
            </p:cNvPr>
            <p:cNvSpPr/>
            <p:nvPr/>
          </p:nvSpPr>
          <p:spPr>
            <a:xfrm>
              <a:off x="7850576" y="837971"/>
              <a:ext cx="888" cy="12696"/>
            </a:xfrm>
            <a:custGeom>
              <a:avLst/>
              <a:gdLst>
                <a:gd name="connsiteX0" fmla="*/ 889 w 888"/>
                <a:gd name="connsiteY0" fmla="*/ 0 h 12696"/>
                <a:gd name="connsiteX1" fmla="*/ 0 w 888"/>
                <a:gd name="connsiteY1" fmla="*/ 0 h 12696"/>
              </a:gdLst>
              <a:ahLst/>
              <a:cxnLst>
                <a:cxn ang="0">
                  <a:pos x="connsiteX0" y="connsiteY0"/>
                </a:cxn>
                <a:cxn ang="0">
                  <a:pos x="connsiteX1" y="connsiteY1"/>
                </a:cxn>
              </a:cxnLst>
              <a:rect l="l" t="t" r="r" b="b"/>
              <a:pathLst>
                <a:path w="888" h="12696">
                  <a:moveTo>
                    <a:pt x="889"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3" name="Freeform: Shape 352">
              <a:extLst>
                <a:ext uri="{FF2B5EF4-FFF2-40B4-BE49-F238E27FC236}">
                  <a16:creationId xmlns:a16="http://schemas.microsoft.com/office/drawing/2014/main" id="{1C2246CC-50E1-4B07-B593-8A0B7E3A32BA}"/>
                </a:ext>
              </a:extLst>
            </p:cNvPr>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rtlCol="0" anchor="ctr"/>
            <a:lstStyle/>
            <a:p>
              <a:endParaRPr lang="en-US" dirty="0"/>
            </a:p>
          </p:txBody>
        </p:sp>
        <p:sp>
          <p:nvSpPr>
            <p:cNvPr id="354" name="Freeform: Shape 353">
              <a:extLst>
                <a:ext uri="{FF2B5EF4-FFF2-40B4-BE49-F238E27FC236}">
                  <a16:creationId xmlns:a16="http://schemas.microsoft.com/office/drawing/2014/main" id="{F168DB40-9E71-4ED3-AB8A-E56A7447C325}"/>
                </a:ext>
              </a:extLst>
            </p:cNvPr>
            <p:cNvSpPr/>
            <p:nvPr/>
          </p:nvSpPr>
          <p:spPr>
            <a:xfrm>
              <a:off x="7854258" y="8406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5" name="Freeform: Shape 354">
              <a:extLst>
                <a:ext uri="{FF2B5EF4-FFF2-40B4-BE49-F238E27FC236}">
                  <a16:creationId xmlns:a16="http://schemas.microsoft.com/office/drawing/2014/main" id="{F3F3F5B8-1D4C-40A8-8BA2-809FCFBF7707}"/>
                </a:ext>
              </a:extLst>
            </p:cNvPr>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56" name="Freeform: Shape 355">
              <a:extLst>
                <a:ext uri="{FF2B5EF4-FFF2-40B4-BE49-F238E27FC236}">
                  <a16:creationId xmlns:a16="http://schemas.microsoft.com/office/drawing/2014/main" id="{4F2F9C82-2E8F-4DB5-9A5E-5885DC7B7F5A}"/>
                </a:ext>
              </a:extLst>
            </p:cNvPr>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84729119-42BF-4F3A-BE62-2DFF1B1ADA3C}"/>
                </a:ext>
              </a:extLst>
            </p:cNvPr>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B4DC022F-579E-4B12-B487-8A72406EFF04}"/>
                </a:ext>
              </a:extLst>
            </p:cNvPr>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17DF473D-3984-4FF9-9D10-AF6D336F38E1}"/>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2BDD9C9C-12DE-48F1-AA54-D352BA07816F}"/>
                </a:ext>
              </a:extLst>
            </p:cNvPr>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75B1A7F1-ACDA-4ADF-9518-AEEF6C64CF2E}"/>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211A2F32-4BAA-4F37-B227-0C426F1461E8}"/>
                </a:ext>
              </a:extLst>
            </p:cNvPr>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D42139D6-10F7-4F8F-9156-A968422AF2C5}"/>
                </a:ext>
              </a:extLst>
            </p:cNvPr>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73A866ED-C782-4108-91FC-D73C5CFA59C3}"/>
                </a:ext>
              </a:extLst>
            </p:cNvPr>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cxn ang="0">
                  <a:pos x="connsiteX0" y="connsiteY0"/>
                </a:cxn>
                <a:cxn ang="0">
                  <a:pos x="connsiteX1" y="connsiteY1"/>
                </a:cxn>
                <a:cxn ang="0">
                  <a:pos x="connsiteX2" y="connsiteY2"/>
                </a:cxn>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3CE5462E-9E0C-4F8C-84B0-315D69C0A83E}"/>
                </a:ext>
              </a:extLst>
            </p:cNvPr>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1AB001F1-2469-44A1-928B-F59DD18655B7}"/>
                </a:ext>
              </a:extLst>
            </p:cNvPr>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cxn ang="0">
                  <a:pos x="connsiteX0" y="connsiteY0"/>
                </a:cxn>
                <a:cxn ang="0">
                  <a:pos x="connsiteX1" y="connsiteY1"/>
                </a:cxn>
                <a:cxn ang="0">
                  <a:pos x="connsiteX2" y="connsiteY2"/>
                </a:cxn>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6F85ED7D-9490-4930-911A-836F995D0267}"/>
                </a:ext>
              </a:extLst>
            </p:cNvPr>
            <p:cNvSpPr/>
            <p:nvPr/>
          </p:nvSpPr>
          <p:spPr>
            <a:xfrm>
              <a:off x="5722334" y="141795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B31BB379-A8AC-48A4-AA8A-ABF0911F3018}"/>
                </a:ext>
              </a:extLst>
            </p:cNvPr>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B7A269DC-C4C1-480F-B7FD-3E51547EDA3A}"/>
                </a:ext>
              </a:extLst>
            </p:cNvPr>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4166CAC5-EB0F-4AFF-9FBC-91C3549591E5}"/>
                </a:ext>
              </a:extLst>
            </p:cNvPr>
            <p:cNvSpPr/>
            <p:nvPr/>
          </p:nvSpPr>
          <p:spPr>
            <a:xfrm>
              <a:off x="6595368" y="1456681"/>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546BAE84-FF27-4080-8B20-469BE53CDA6B}"/>
                </a:ext>
              </a:extLst>
            </p:cNvPr>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950F0C00-B7AC-437C-B000-7A5F496295DB}"/>
                </a:ext>
              </a:extLst>
            </p:cNvPr>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43691CF2-AAE3-426A-9B8F-2113504417EB}"/>
                </a:ext>
              </a:extLst>
            </p:cNvPr>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FA54988E-1663-4A89-93AB-5AA8A97BD3B5}"/>
                </a:ext>
              </a:extLst>
            </p:cNvPr>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96762854-B103-49F3-9871-B022A68CAB68}"/>
                </a:ext>
              </a:extLst>
            </p:cNvPr>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7D656834-BA1C-417A-9200-A295006E4626}"/>
                </a:ext>
              </a:extLst>
            </p:cNvPr>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cxn ang="0">
                  <a:pos x="connsiteX0" y="connsiteY0"/>
                </a:cxn>
                <a:cxn ang="0">
                  <a:pos x="connsiteX1" y="connsiteY1"/>
                </a:cxn>
                <a:cxn ang="0">
                  <a:pos x="connsiteX2" y="connsiteY2"/>
                </a:cxn>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50DDDCEC-87D5-424A-9047-1C1A72065F18}"/>
                </a:ext>
              </a:extLst>
            </p:cNvPr>
            <p:cNvSpPr/>
            <p:nvPr/>
          </p:nvSpPr>
          <p:spPr>
            <a:xfrm>
              <a:off x="6589527" y="14522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57500A7E-75C2-4A02-81BF-B43F42FEAB9E}"/>
                </a:ext>
              </a:extLst>
            </p:cNvPr>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5AD139F3-7F07-4850-8296-D7A393252CFF}"/>
                </a:ext>
              </a:extLst>
            </p:cNvPr>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9026E143-7586-44D1-895D-49FA2505EDAF}"/>
                </a:ext>
              </a:extLst>
            </p:cNvPr>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55C13327-3B0B-4D90-BAD4-BADA134FD9FD}"/>
                </a:ext>
              </a:extLst>
            </p:cNvPr>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6494F0A3-1A67-4EEF-936B-54283EA0D6D6}"/>
                </a:ext>
              </a:extLst>
            </p:cNvPr>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A87597E6-1548-458B-A935-415FF880178D}"/>
                </a:ext>
              </a:extLst>
            </p:cNvPr>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6DD2092A-6421-4834-83B2-8ADAA61CE85A}"/>
                </a:ext>
              </a:extLst>
            </p:cNvPr>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06F54617-2992-43C1-AAD9-D647E6D70C2A}"/>
                </a:ext>
              </a:extLst>
            </p:cNvPr>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BA5923F2-9693-4E79-9A58-0EEFA9D10225}"/>
                </a:ext>
              </a:extLst>
            </p:cNvPr>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3AD43E4F-7972-4C5F-BC2C-7FCB54D5254C}"/>
                </a:ext>
              </a:extLst>
            </p:cNvPr>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EE81EAC6-A27B-4346-B097-B315BA65C034}"/>
                </a:ext>
              </a:extLst>
            </p:cNvPr>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25F2C9C1-1BC2-4FC9-8897-59614DD34C59}"/>
                </a:ext>
              </a:extLst>
            </p:cNvPr>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812" name="Freeform 811">
              <a:extLst>
                <a:ext uri="{FF2B5EF4-FFF2-40B4-BE49-F238E27FC236}">
                  <a16:creationId xmlns:a16="http://schemas.microsoft.com/office/drawing/2014/main" id="{50B8F123-EE23-99D3-DF8D-303C7DB6546B}"/>
                </a:ext>
              </a:extLst>
            </p:cNvPr>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465" name="Freeform: Shape 464">
              <a:extLst>
                <a:ext uri="{FF2B5EF4-FFF2-40B4-BE49-F238E27FC236}">
                  <a16:creationId xmlns:a16="http://schemas.microsoft.com/office/drawing/2014/main" id="{2492A7ED-719D-4B95-A2CB-7D4D6C02A3DC}"/>
                </a:ext>
              </a:extLst>
            </p:cNvPr>
            <p:cNvSpPr/>
            <p:nvPr/>
          </p:nvSpPr>
          <p:spPr>
            <a:xfrm>
              <a:off x="4258263" y="877838"/>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3CA4CE9F-2651-4818-8DA5-9CCD41469892}"/>
                </a:ext>
              </a:extLst>
            </p:cNvPr>
            <p:cNvSpPr/>
            <p:nvPr/>
          </p:nvSpPr>
          <p:spPr>
            <a:xfrm>
              <a:off x="4256105" y="87745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EACB584D-4529-45F6-BE06-8F4B5908E333}"/>
                </a:ext>
              </a:extLst>
            </p:cNvPr>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73D371AF-04EE-4333-A193-9FA99F5D2570}"/>
                </a:ext>
              </a:extLst>
            </p:cNvPr>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AF992755-64B5-4176-BC40-24C03AC066DC}"/>
                </a:ext>
              </a:extLst>
            </p:cNvPr>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5993AA16-81FD-4D1B-95D8-C46937945B61}"/>
                </a:ext>
              </a:extLst>
            </p:cNvPr>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8EE3622B-32AF-4A35-96CA-AF688ADDCA6E}"/>
                </a:ext>
              </a:extLst>
            </p:cNvPr>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F125A9B1-DF13-4FB5-A4AC-499B6143DAFF}"/>
                </a:ext>
              </a:extLst>
            </p:cNvPr>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BA7E8F16-EE6A-4945-986B-1EEFE520CC5E}"/>
                </a:ext>
              </a:extLst>
            </p:cNvPr>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cxn ang="0">
                  <a:pos x="connsiteX0" y="connsiteY0"/>
                </a:cxn>
                <a:cxn ang="0">
                  <a:pos x="connsiteX1" y="connsiteY1"/>
                </a:cxn>
                <a:cxn ang="0">
                  <a:pos x="connsiteX2" y="connsiteY2"/>
                </a:cxn>
                <a:cxn ang="0">
                  <a:pos x="connsiteX3" y="connsiteY3"/>
                </a:cxn>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99562970-C81E-4B6C-B8D0-84B278460B13}"/>
                </a:ext>
              </a:extLst>
            </p:cNvPr>
            <p:cNvSpPr/>
            <p:nvPr/>
          </p:nvSpPr>
          <p:spPr>
            <a:xfrm>
              <a:off x="4371011" y="1155769"/>
              <a:ext cx="12696" cy="761"/>
            </a:xfrm>
            <a:custGeom>
              <a:avLst/>
              <a:gdLst>
                <a:gd name="connsiteX0" fmla="*/ 0 w 12696"/>
                <a:gd name="connsiteY0" fmla="*/ 0 h 761"/>
                <a:gd name="connsiteX1" fmla="*/ 0 w 12696"/>
                <a:gd name="connsiteY1" fmla="*/ 762 h 761"/>
              </a:gdLst>
              <a:ahLst/>
              <a:cxnLst>
                <a:cxn ang="0">
                  <a:pos x="connsiteX0" y="connsiteY0"/>
                </a:cxn>
                <a:cxn ang="0">
                  <a:pos x="connsiteX1" y="connsiteY1"/>
                </a:cxn>
              </a:cxnLst>
              <a:rect l="l" t="t" r="r" b="b"/>
              <a:pathLst>
                <a:path w="12696" h="761">
                  <a:moveTo>
                    <a:pt x="0" y="0"/>
                  </a:moveTo>
                  <a:lnTo>
                    <a:pt x="0" y="762"/>
                  </a:lnTo>
                  <a:close/>
                </a:path>
              </a:pathLst>
            </a:custGeom>
            <a:solidFill>
              <a:srgbClr val="000000"/>
            </a:solidFill>
            <a:ln w="12690"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C29525FA-4DE7-422B-8FF4-DE510CBEB96F}"/>
                </a:ext>
              </a:extLst>
            </p:cNvPr>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958CF054-7460-42EF-9790-F4AD08877FB2}"/>
                </a:ext>
              </a:extLst>
            </p:cNvPr>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00E108BD-4905-49ED-AD89-9C726E9807F0}"/>
                </a:ext>
              </a:extLst>
            </p:cNvPr>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6CE54D8E-9694-46FC-941F-CFF130900AC6}"/>
                </a:ext>
              </a:extLst>
            </p:cNvPr>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ACAB4EF7-5C3F-4753-AFD7-0E9E45555E3B}"/>
                </a:ext>
              </a:extLst>
            </p:cNvPr>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B70243E6-91D4-4154-8A9D-739A7639A377}"/>
                </a:ext>
              </a:extLst>
            </p:cNvPr>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CA5DF0C5-387A-4C77-975F-D3952424B1E5}"/>
                </a:ext>
              </a:extLst>
            </p:cNvPr>
            <p:cNvSpPr/>
            <p:nvPr/>
          </p:nvSpPr>
          <p:spPr>
            <a:xfrm>
              <a:off x="5554228" y="122966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985544F6-B794-4A24-8D73-2A8FF3302B69}"/>
                </a:ext>
              </a:extLst>
            </p:cNvPr>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0A947B56-3D39-4366-A6BA-46C8E190A169}"/>
                </a:ext>
              </a:extLst>
            </p:cNvPr>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A3F20888-7E8F-405F-8F84-6D4356ECB7EA}"/>
                </a:ext>
              </a:extLst>
            </p:cNvPr>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cxn ang="0">
                  <a:pos x="connsiteX0" y="connsiteY0"/>
                </a:cxn>
                <a:cxn ang="0">
                  <a:pos x="connsiteX1" y="connsiteY1"/>
                </a:cxn>
                <a:cxn ang="0">
                  <a:pos x="connsiteX2" y="connsiteY2"/>
                </a:cxn>
                <a:cxn ang="0">
                  <a:pos x="connsiteX3" y="connsiteY3"/>
                </a:cxn>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74F7AF4D-E4E1-4FB0-BED3-DBE9567D3A34}"/>
                </a:ext>
              </a:extLst>
            </p:cNvPr>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DF1F3792-F8F9-4129-9A50-E0FFAB01B5B0}"/>
                </a:ext>
              </a:extLst>
            </p:cNvPr>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cxn ang="0">
                  <a:pos x="connsiteX0" y="connsiteY0"/>
                </a:cxn>
                <a:cxn ang="0">
                  <a:pos x="connsiteX1" y="connsiteY1"/>
                </a:cxn>
                <a:cxn ang="0">
                  <a:pos x="connsiteX2" y="connsiteY2"/>
                </a:cxn>
              </a:cxnLst>
              <a:rect l="l" t="t" r="r" b="b"/>
              <a:pathLst>
                <a:path w="634" h="635">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A95D78D5-F26B-4D6A-8010-6F25DCDEA420}"/>
                </a:ext>
              </a:extLst>
            </p:cNvPr>
            <p:cNvSpPr/>
            <p:nvPr/>
          </p:nvSpPr>
          <p:spPr>
            <a:xfrm>
              <a:off x="5549276" y="122509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2EA6CE54-927E-4B72-943A-8D6DFBD3D0DF}"/>
                </a:ext>
              </a:extLst>
            </p:cNvPr>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88590B5E-A2AA-4DE5-A1C1-28894A64A298}"/>
                </a:ext>
              </a:extLst>
            </p:cNvPr>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80C90B00-9F30-4A94-9562-C6B1DF952158}"/>
                </a:ext>
              </a:extLst>
            </p:cNvPr>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6F08CD80-6939-4C1F-ABC5-7228BE3BA676}"/>
                </a:ext>
              </a:extLst>
            </p:cNvPr>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D0519E3A-1811-40B7-B877-57422A9A8D5C}"/>
                </a:ext>
              </a:extLst>
            </p:cNvPr>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1BA5CB48-9C1F-4CE2-986D-4365813F3388}"/>
                </a:ext>
              </a:extLst>
            </p:cNvPr>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B4BA4B6D-A5E7-463E-9E58-D5E59CBE33BD}"/>
                </a:ext>
              </a:extLst>
            </p:cNvPr>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FC885A14-C193-45D1-B4C5-6A8057EB8555}"/>
                </a:ext>
              </a:extLst>
            </p:cNvPr>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227EA2EF-CA49-4E99-BC12-D8AFD5A1D419}"/>
                </a:ext>
              </a:extLst>
            </p:cNvPr>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cxn ang="0">
                  <a:pos x="connsiteX0" y="connsiteY0"/>
                </a:cxn>
                <a:cxn ang="0">
                  <a:pos x="connsiteX1" y="connsiteY1"/>
                </a:cxn>
                <a:cxn ang="0">
                  <a:pos x="connsiteX2" y="connsiteY2"/>
                </a:cxn>
                <a:cxn ang="0">
                  <a:pos x="connsiteX3" y="connsiteY3"/>
                </a:cxn>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01354500-E234-42B8-9379-E7DFBD4258EE}"/>
                </a:ext>
              </a:extLst>
            </p:cNvPr>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A5306ED4-8069-4612-AABC-43308C774495}"/>
                </a:ext>
              </a:extLst>
            </p:cNvPr>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733335C4-A4F0-4973-A1BA-40112BB74C66}"/>
                </a:ext>
              </a:extLst>
            </p:cNvPr>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cxn ang="0">
                  <a:pos x="connsiteX0" y="connsiteY0"/>
                </a:cxn>
                <a:cxn ang="0">
                  <a:pos x="connsiteX1" y="connsiteY1"/>
                </a:cxn>
                <a:cxn ang="0">
                  <a:pos x="connsiteX2" y="connsiteY2"/>
                </a:cxn>
                <a:cxn ang="0">
                  <a:pos x="connsiteX3" y="connsiteY3"/>
                </a:cxn>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F19B09F9-53A3-492E-9E23-3041DA0CE44D}"/>
                </a:ext>
              </a:extLst>
            </p:cNvPr>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cxn ang="0">
                  <a:pos x="connsiteX0" y="connsiteY0"/>
                </a:cxn>
                <a:cxn ang="0">
                  <a:pos x="connsiteX1" y="connsiteY1"/>
                </a:cxn>
                <a:cxn ang="0">
                  <a:pos x="connsiteX2" y="connsiteY2"/>
                </a:cxn>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1BA72C4D-EAAD-4AA5-B96F-669C7F34FC34}"/>
                </a:ext>
              </a:extLst>
            </p:cNvPr>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cxn ang="0">
                  <a:pos x="connsiteX0" y="connsiteY0"/>
                </a:cxn>
                <a:cxn ang="0">
                  <a:pos x="connsiteX1" y="connsiteY1"/>
                </a:cxn>
                <a:cxn ang="0">
                  <a:pos x="connsiteX2" y="connsiteY2"/>
                </a:cxn>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70CD02B0-E189-4269-BE83-313848A521C3}"/>
                </a:ext>
              </a:extLst>
            </p:cNvPr>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D312358A-E142-4CB1-A611-B77D81D60DA4}"/>
                </a:ext>
              </a:extLst>
            </p:cNvPr>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16D8053F-620F-43B4-9DD3-4E629D8D71EC}"/>
                </a:ext>
              </a:extLst>
            </p:cNvPr>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30FE5E95-6AC3-49E3-95A6-BA42914E57F5}"/>
                </a:ext>
              </a:extLst>
            </p:cNvPr>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9628339E-C4C2-449B-8FEA-BD0B0CA7EAAC}"/>
                </a:ext>
              </a:extLst>
            </p:cNvPr>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cxn ang="0">
                  <a:pos x="connsiteX0" y="connsiteY0"/>
                </a:cxn>
                <a:cxn ang="0">
                  <a:pos x="connsiteX1" y="connsiteY1"/>
                </a:cxn>
                <a:cxn ang="0">
                  <a:pos x="connsiteX2" y="connsiteY2"/>
                </a:cxn>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C97C4BD3-E168-4147-A362-73E0422A9943}"/>
                </a:ext>
              </a:extLst>
            </p:cNvPr>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cxn ang="0">
                  <a:pos x="connsiteX0" y="connsiteY0"/>
                </a:cxn>
                <a:cxn ang="0">
                  <a:pos x="connsiteX1" y="connsiteY1"/>
                </a:cxn>
                <a:cxn ang="0">
                  <a:pos x="connsiteX2" y="connsiteY2"/>
                </a:cxn>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894D17D4-1E29-4AA0-815C-AB69D707D3CA}"/>
                </a:ext>
              </a:extLst>
            </p:cNvPr>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E6507F78-5F78-4A16-91A5-9B3982DF5E14}"/>
                </a:ext>
              </a:extLst>
            </p:cNvPr>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9D84C3A3-6F86-465A-A31E-51528EB7CD5E}"/>
                </a:ext>
              </a:extLst>
            </p:cNvPr>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EEA9919D-47AF-4795-8E10-3C1DA5DCCC32}"/>
                </a:ext>
              </a:extLst>
            </p:cNvPr>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cxn ang="0">
                  <a:pos x="connsiteX0" y="connsiteY0"/>
                </a:cxn>
                <a:cxn ang="0">
                  <a:pos x="connsiteX1" y="connsiteY1"/>
                </a:cxn>
                <a:cxn ang="0">
                  <a:pos x="connsiteX2" y="connsiteY2"/>
                </a:cxn>
                <a:cxn ang="0">
                  <a:pos x="connsiteX3" y="connsiteY3"/>
                </a:cxn>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AC090B7C-2FD2-4A43-A7A5-F2CB1049570D}"/>
                </a:ext>
              </a:extLst>
            </p:cNvPr>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69AD6B8A-AF28-4C12-961F-0C6EC561D582}"/>
                </a:ext>
              </a:extLst>
            </p:cNvPr>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cxn ang="0">
                  <a:pos x="connsiteX0" y="connsiteY0"/>
                </a:cxn>
                <a:cxn ang="0">
                  <a:pos x="connsiteX1" y="connsiteY1"/>
                </a:cxn>
                <a:cxn ang="0">
                  <a:pos x="connsiteX2" y="connsiteY2"/>
                </a:cxn>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E0CB2059-0114-4616-B2EB-2D1571ADD958}"/>
                </a:ext>
              </a:extLst>
            </p:cNvPr>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22593155-227D-4388-BBDF-8E6D85546973}"/>
                </a:ext>
              </a:extLst>
            </p:cNvPr>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AC787DD7-AB0D-4206-85FF-1EE86EBF8A11}"/>
                </a:ext>
              </a:extLst>
            </p:cNvPr>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35C7C518-AA2E-4B2B-9221-CB253E2B3D7A}"/>
                </a:ext>
              </a:extLst>
            </p:cNvPr>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794E8630-6A9A-44CE-BD05-7209E42308CF}"/>
                </a:ext>
              </a:extLst>
            </p:cNvPr>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cxn ang="0">
                  <a:pos x="connsiteX0" y="connsiteY0"/>
                </a:cxn>
                <a:cxn ang="0">
                  <a:pos x="connsiteX1" y="connsiteY1"/>
                </a:cxn>
                <a:cxn ang="0">
                  <a:pos x="connsiteX2" y="connsiteY2"/>
                </a:cxn>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rtlCol="0" anchor="ctr"/>
            <a:lstStyle/>
            <a:p>
              <a:endParaRPr lang="en-US" dirty="0"/>
            </a:p>
          </p:txBody>
        </p:sp>
        <p:sp>
          <p:nvSpPr>
            <p:cNvPr id="530" name="Freeform: Shape 529">
              <a:extLst>
                <a:ext uri="{FF2B5EF4-FFF2-40B4-BE49-F238E27FC236}">
                  <a16:creationId xmlns:a16="http://schemas.microsoft.com/office/drawing/2014/main" id="{AEE64439-8EE6-432B-80C0-926FD0C3CB09}"/>
                </a:ext>
              </a:extLst>
            </p:cNvPr>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94DC7205-73D8-41F2-8707-75C22064304F}"/>
                </a:ext>
              </a:extLst>
            </p:cNvPr>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cxn ang="0">
                  <a:pos x="connsiteX0" y="connsiteY0"/>
                </a:cxn>
                <a:cxn ang="0">
                  <a:pos x="connsiteX1" y="connsiteY1"/>
                </a:cxn>
                <a:cxn ang="0">
                  <a:pos x="connsiteX2" y="connsiteY2"/>
                </a:cxn>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17D58846-AB51-4324-AA25-7188492B38B9}"/>
                </a:ext>
              </a:extLst>
            </p:cNvPr>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cxn ang="0">
                  <a:pos x="connsiteX0" y="connsiteY0"/>
                </a:cxn>
                <a:cxn ang="0">
                  <a:pos x="connsiteX1" y="connsiteY1"/>
                </a:cxn>
                <a:cxn ang="0">
                  <a:pos x="connsiteX2" y="connsiteY2"/>
                </a:cxn>
                <a:cxn ang="0">
                  <a:pos x="connsiteX3" y="connsiteY3"/>
                </a:cxn>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880E0F3D-9E93-42D7-BCB4-37514957C5FF}"/>
                </a:ext>
              </a:extLst>
            </p:cNvPr>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889"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03D6C66E-DC5F-4672-96B4-9C990ABF1456}"/>
                </a:ext>
              </a:extLst>
            </p:cNvPr>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965E7175-3120-42A1-BD91-91165FD9440A}"/>
                </a:ext>
              </a:extLst>
            </p:cNvPr>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362A6FF1-2A61-4074-AA53-7A03532C6760}"/>
                </a:ext>
              </a:extLst>
            </p:cNvPr>
            <p:cNvSpPr/>
            <p:nvPr/>
          </p:nvSpPr>
          <p:spPr>
            <a:xfrm>
              <a:off x="6117205" y="29188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0E53A99C-D931-4B97-B8B8-F37DEFFCA969}"/>
                </a:ext>
              </a:extLst>
            </p:cNvPr>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6CFCB3CB-8196-4B1E-A729-739027447423}"/>
                </a:ext>
              </a:extLst>
            </p:cNvPr>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B4AED7C0-0D1B-4A17-A324-38B5FDFBC3BD}"/>
                </a:ext>
              </a:extLst>
            </p:cNvPr>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F23CEAAA-7FBB-48C5-8E19-A5BA0A01E37F}"/>
                </a:ext>
              </a:extLst>
            </p:cNvPr>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04B7A516-29C3-4C37-AFF2-C297459F8832}"/>
                </a:ext>
              </a:extLst>
            </p:cNvPr>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cxn ang="0">
                  <a:pos x="connsiteX0" y="connsiteY0"/>
                </a:cxn>
                <a:cxn ang="0">
                  <a:pos x="connsiteX1" y="connsiteY1"/>
                </a:cxn>
                <a:cxn ang="0">
                  <a:pos x="connsiteX2" y="connsiteY2"/>
                </a:cxn>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rtlCol="0" anchor="ctr"/>
            <a:lstStyle/>
            <a:p>
              <a:endParaRPr lang="en-US" dirty="0"/>
            </a:p>
          </p:txBody>
        </p:sp>
        <p:sp>
          <p:nvSpPr>
            <p:cNvPr id="807" name="Freeform 806">
              <a:extLst>
                <a:ext uri="{FF2B5EF4-FFF2-40B4-BE49-F238E27FC236}">
                  <a16:creationId xmlns:a16="http://schemas.microsoft.com/office/drawing/2014/main" id="{2B053F69-4645-CC09-81FA-FEE8DA57DD97}"/>
                </a:ext>
              </a:extLst>
            </p:cNvPr>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805" name="Freeform 804">
              <a:extLst>
                <a:ext uri="{FF2B5EF4-FFF2-40B4-BE49-F238E27FC236}">
                  <a16:creationId xmlns:a16="http://schemas.microsoft.com/office/drawing/2014/main" id="{6A455F2E-C95D-C0C6-4699-32D861181A07}"/>
                </a:ext>
              </a:extLst>
            </p:cNvPr>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557" name="Freeform: Shape 556">
              <a:extLst>
                <a:ext uri="{FF2B5EF4-FFF2-40B4-BE49-F238E27FC236}">
                  <a16:creationId xmlns:a16="http://schemas.microsoft.com/office/drawing/2014/main" id="{26CF45D7-1225-478A-9D53-FD476387FC7B}"/>
                </a:ext>
              </a:extLst>
            </p:cNvPr>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rtlCol="0" anchor="ctr"/>
            <a:lstStyle/>
            <a:p>
              <a:endParaRPr lang="en-US" dirty="0"/>
            </a:p>
          </p:txBody>
        </p:sp>
        <p:sp>
          <p:nvSpPr>
            <p:cNvPr id="558" name="Freeform: Shape 557">
              <a:extLst>
                <a:ext uri="{FF2B5EF4-FFF2-40B4-BE49-F238E27FC236}">
                  <a16:creationId xmlns:a16="http://schemas.microsoft.com/office/drawing/2014/main" id="{55CD4A31-97D6-4203-833B-B83BD8969BEF}"/>
                </a:ext>
              </a:extLst>
            </p:cNvPr>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cxn ang="0">
                  <a:pos x="connsiteX0" y="connsiteY0"/>
                </a:cxn>
                <a:cxn ang="0">
                  <a:pos x="connsiteX1" y="connsiteY1"/>
                </a:cxn>
                <a:cxn ang="0">
                  <a:pos x="connsiteX2" y="connsiteY2"/>
                </a:cxn>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rtlCol="0" anchor="ctr"/>
            <a:lstStyle/>
            <a:p>
              <a:endParaRPr lang="en-US" dirty="0"/>
            </a:p>
          </p:txBody>
        </p:sp>
        <p:sp>
          <p:nvSpPr>
            <p:cNvPr id="559" name="Freeform: Shape 558">
              <a:extLst>
                <a:ext uri="{FF2B5EF4-FFF2-40B4-BE49-F238E27FC236}">
                  <a16:creationId xmlns:a16="http://schemas.microsoft.com/office/drawing/2014/main" id="{30A07E9A-D7BF-4BE3-91AB-8756980A0F3D}"/>
                </a:ext>
              </a:extLst>
            </p:cNvPr>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rtlCol="0" anchor="ctr"/>
            <a:lstStyle/>
            <a:p>
              <a:endParaRPr lang="en-US" dirty="0"/>
            </a:p>
          </p:txBody>
        </p:sp>
        <p:sp>
          <p:nvSpPr>
            <p:cNvPr id="560" name="Freeform: Shape 559">
              <a:extLst>
                <a:ext uri="{FF2B5EF4-FFF2-40B4-BE49-F238E27FC236}">
                  <a16:creationId xmlns:a16="http://schemas.microsoft.com/office/drawing/2014/main" id="{D6B2FCFB-99B8-48D1-984E-D887679D6885}"/>
                </a:ext>
              </a:extLst>
            </p:cNvPr>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rtlCol="0" anchor="ctr"/>
            <a:lstStyle/>
            <a:p>
              <a:endParaRPr lang="en-US" dirty="0"/>
            </a:p>
          </p:txBody>
        </p:sp>
        <p:sp>
          <p:nvSpPr>
            <p:cNvPr id="561" name="Freeform: Shape 560">
              <a:extLst>
                <a:ext uri="{FF2B5EF4-FFF2-40B4-BE49-F238E27FC236}">
                  <a16:creationId xmlns:a16="http://schemas.microsoft.com/office/drawing/2014/main" id="{F3B873D0-E326-4AD9-8BDB-C0124BBCCB2D}"/>
                </a:ext>
              </a:extLst>
            </p:cNvPr>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562" name="Freeform: Shape 561">
              <a:extLst>
                <a:ext uri="{FF2B5EF4-FFF2-40B4-BE49-F238E27FC236}">
                  <a16:creationId xmlns:a16="http://schemas.microsoft.com/office/drawing/2014/main" id="{3329C669-5158-4B59-8F3D-C70309B79591}"/>
                </a:ext>
              </a:extLst>
            </p:cNvPr>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rtlCol="0" anchor="ctr"/>
            <a:lstStyle/>
            <a:p>
              <a:endParaRPr lang="en-US" dirty="0"/>
            </a:p>
          </p:txBody>
        </p:sp>
        <p:sp>
          <p:nvSpPr>
            <p:cNvPr id="563" name="Freeform: Shape 562">
              <a:extLst>
                <a:ext uri="{FF2B5EF4-FFF2-40B4-BE49-F238E27FC236}">
                  <a16:creationId xmlns:a16="http://schemas.microsoft.com/office/drawing/2014/main" id="{C0180C1A-B8A0-465D-8409-9805C17AEF7D}"/>
                </a:ext>
              </a:extLst>
            </p:cNvPr>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cxn ang="0">
                  <a:pos x="connsiteX0" y="connsiteY0"/>
                </a:cxn>
                <a:cxn ang="0">
                  <a:pos x="connsiteX1" y="connsiteY1"/>
                </a:cxn>
                <a:cxn ang="0">
                  <a:pos x="connsiteX2" y="connsiteY2"/>
                </a:cxn>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rtlCol="0" anchor="ctr"/>
            <a:lstStyle/>
            <a:p>
              <a:endParaRPr lang="en-US" dirty="0"/>
            </a:p>
          </p:txBody>
        </p:sp>
        <p:sp>
          <p:nvSpPr>
            <p:cNvPr id="564" name="Freeform: Shape 563">
              <a:extLst>
                <a:ext uri="{FF2B5EF4-FFF2-40B4-BE49-F238E27FC236}">
                  <a16:creationId xmlns:a16="http://schemas.microsoft.com/office/drawing/2014/main" id="{8AB68D1F-6E7A-4BE6-A5A2-C93C08A132E2}"/>
                </a:ext>
              </a:extLst>
            </p:cNvPr>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rtlCol="0" anchor="ctr"/>
            <a:lstStyle/>
            <a:p>
              <a:endParaRPr lang="en-US" dirty="0"/>
            </a:p>
          </p:txBody>
        </p:sp>
        <p:sp>
          <p:nvSpPr>
            <p:cNvPr id="565" name="Freeform: Shape 564">
              <a:extLst>
                <a:ext uri="{FF2B5EF4-FFF2-40B4-BE49-F238E27FC236}">
                  <a16:creationId xmlns:a16="http://schemas.microsoft.com/office/drawing/2014/main" id="{04097F6A-BBCD-42A8-9B12-FDA539928EFC}"/>
                </a:ext>
              </a:extLst>
            </p:cNvPr>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rtlCol="0" anchor="ctr"/>
            <a:lstStyle/>
            <a:p>
              <a:endParaRPr lang="en-US" dirty="0"/>
            </a:p>
          </p:txBody>
        </p:sp>
        <p:sp>
          <p:nvSpPr>
            <p:cNvPr id="566" name="Freeform: Shape 565">
              <a:extLst>
                <a:ext uri="{FF2B5EF4-FFF2-40B4-BE49-F238E27FC236}">
                  <a16:creationId xmlns:a16="http://schemas.microsoft.com/office/drawing/2014/main" id="{3B68B931-EE14-47B2-A600-D760E722CC5C}"/>
                </a:ext>
              </a:extLst>
            </p:cNvPr>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rtlCol="0" anchor="ctr"/>
            <a:lstStyle/>
            <a:p>
              <a:endParaRPr lang="en-US" dirty="0"/>
            </a:p>
          </p:txBody>
        </p:sp>
        <p:sp>
          <p:nvSpPr>
            <p:cNvPr id="567" name="Freeform: Shape 566">
              <a:extLst>
                <a:ext uri="{FF2B5EF4-FFF2-40B4-BE49-F238E27FC236}">
                  <a16:creationId xmlns:a16="http://schemas.microsoft.com/office/drawing/2014/main" id="{92B17FA7-823C-402E-B484-CF6E90BE926B}"/>
                </a:ext>
              </a:extLst>
            </p:cNvPr>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rtlCol="0" anchor="ctr"/>
            <a:lstStyle/>
            <a:p>
              <a:endParaRPr lang="en-US" dirty="0"/>
            </a:p>
          </p:txBody>
        </p:sp>
        <p:sp>
          <p:nvSpPr>
            <p:cNvPr id="568" name="Freeform: Shape 567">
              <a:extLst>
                <a:ext uri="{FF2B5EF4-FFF2-40B4-BE49-F238E27FC236}">
                  <a16:creationId xmlns:a16="http://schemas.microsoft.com/office/drawing/2014/main" id="{325EAD3D-658D-49FD-87E2-79BB7520E290}"/>
                </a:ext>
              </a:extLst>
            </p:cNvPr>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rtlCol="0" anchor="ctr"/>
            <a:lstStyle/>
            <a:p>
              <a:endParaRPr lang="en-US" dirty="0"/>
            </a:p>
          </p:txBody>
        </p:sp>
        <p:sp>
          <p:nvSpPr>
            <p:cNvPr id="569" name="Freeform: Shape 568">
              <a:extLst>
                <a:ext uri="{FF2B5EF4-FFF2-40B4-BE49-F238E27FC236}">
                  <a16:creationId xmlns:a16="http://schemas.microsoft.com/office/drawing/2014/main" id="{CE2E845E-6E70-49AB-94B8-94F3C01425F0}"/>
                </a:ext>
              </a:extLst>
            </p:cNvPr>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rtlCol="0" anchor="ctr"/>
            <a:lstStyle/>
            <a:p>
              <a:endParaRPr lang="en-US" dirty="0"/>
            </a:p>
          </p:txBody>
        </p:sp>
        <p:sp>
          <p:nvSpPr>
            <p:cNvPr id="570" name="Freeform: Shape 569">
              <a:extLst>
                <a:ext uri="{FF2B5EF4-FFF2-40B4-BE49-F238E27FC236}">
                  <a16:creationId xmlns:a16="http://schemas.microsoft.com/office/drawing/2014/main" id="{CE09F9A6-13EB-49E1-9849-771472751E85}"/>
                </a:ext>
              </a:extLst>
            </p:cNvPr>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rtlCol="0" anchor="ctr"/>
            <a:lstStyle/>
            <a:p>
              <a:endParaRPr lang="en-US" dirty="0"/>
            </a:p>
          </p:txBody>
        </p:sp>
        <p:sp>
          <p:nvSpPr>
            <p:cNvPr id="571" name="Freeform: Shape 570">
              <a:extLst>
                <a:ext uri="{FF2B5EF4-FFF2-40B4-BE49-F238E27FC236}">
                  <a16:creationId xmlns:a16="http://schemas.microsoft.com/office/drawing/2014/main" id="{CF0B6847-19D7-48C0-86BA-A1CDA198E9B9}"/>
                </a:ext>
              </a:extLst>
            </p:cNvPr>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rtlCol="0" anchor="ctr"/>
            <a:lstStyle/>
            <a:p>
              <a:endParaRPr lang="en-US" dirty="0"/>
            </a:p>
          </p:txBody>
        </p:sp>
        <p:sp>
          <p:nvSpPr>
            <p:cNvPr id="572" name="Freeform: Shape 571">
              <a:extLst>
                <a:ext uri="{FF2B5EF4-FFF2-40B4-BE49-F238E27FC236}">
                  <a16:creationId xmlns:a16="http://schemas.microsoft.com/office/drawing/2014/main" id="{7A0D1969-2309-4527-B565-0D382ACAE20A}"/>
                </a:ext>
              </a:extLst>
            </p:cNvPr>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rtlCol="0" anchor="ctr"/>
            <a:lstStyle/>
            <a:p>
              <a:endParaRPr lang="en-US" dirty="0"/>
            </a:p>
          </p:txBody>
        </p:sp>
        <p:sp>
          <p:nvSpPr>
            <p:cNvPr id="573" name="Freeform: Shape 572">
              <a:extLst>
                <a:ext uri="{FF2B5EF4-FFF2-40B4-BE49-F238E27FC236}">
                  <a16:creationId xmlns:a16="http://schemas.microsoft.com/office/drawing/2014/main" id="{0A5D9D3E-7913-4F41-9245-F3F8CFB57DFC}"/>
                </a:ext>
              </a:extLst>
            </p:cNvPr>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4" name="Freeform: Shape 573">
              <a:extLst>
                <a:ext uri="{FF2B5EF4-FFF2-40B4-BE49-F238E27FC236}">
                  <a16:creationId xmlns:a16="http://schemas.microsoft.com/office/drawing/2014/main" id="{6F433BA3-B2E0-456B-A0B6-481438B9997A}"/>
                </a:ext>
              </a:extLst>
            </p:cNvPr>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5" name="Freeform: Shape 574">
              <a:extLst>
                <a:ext uri="{FF2B5EF4-FFF2-40B4-BE49-F238E27FC236}">
                  <a16:creationId xmlns:a16="http://schemas.microsoft.com/office/drawing/2014/main" id="{6D9E2D1F-52BC-4F16-B043-6F54EF066A6B}"/>
                </a:ext>
              </a:extLst>
            </p:cNvPr>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rtlCol="0" anchor="ctr"/>
            <a:lstStyle/>
            <a:p>
              <a:endParaRPr lang="en-US" dirty="0"/>
            </a:p>
          </p:txBody>
        </p:sp>
        <p:sp>
          <p:nvSpPr>
            <p:cNvPr id="576" name="Freeform: Shape 575">
              <a:extLst>
                <a:ext uri="{FF2B5EF4-FFF2-40B4-BE49-F238E27FC236}">
                  <a16:creationId xmlns:a16="http://schemas.microsoft.com/office/drawing/2014/main" id="{851A2706-F22E-4245-BA88-DC99D77E414B}"/>
                </a:ext>
              </a:extLst>
            </p:cNvPr>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7" name="Freeform: Shape 576">
              <a:extLst>
                <a:ext uri="{FF2B5EF4-FFF2-40B4-BE49-F238E27FC236}">
                  <a16:creationId xmlns:a16="http://schemas.microsoft.com/office/drawing/2014/main" id="{47E8660C-2934-424D-8975-FA77D4983B30}"/>
                </a:ext>
              </a:extLst>
            </p:cNvPr>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8" name="Freeform: Shape 577">
              <a:extLst>
                <a:ext uri="{FF2B5EF4-FFF2-40B4-BE49-F238E27FC236}">
                  <a16:creationId xmlns:a16="http://schemas.microsoft.com/office/drawing/2014/main" id="{5025475E-C4F9-444D-900C-5530FCC025E8}"/>
                </a:ext>
              </a:extLst>
            </p:cNvPr>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rtlCol="0" anchor="ctr"/>
            <a:lstStyle/>
            <a:p>
              <a:endParaRPr lang="en-US" dirty="0"/>
            </a:p>
          </p:txBody>
        </p:sp>
        <p:sp>
          <p:nvSpPr>
            <p:cNvPr id="579" name="Freeform: Shape 578">
              <a:extLst>
                <a:ext uri="{FF2B5EF4-FFF2-40B4-BE49-F238E27FC236}">
                  <a16:creationId xmlns:a16="http://schemas.microsoft.com/office/drawing/2014/main" id="{B60D164B-7B29-4FF3-A199-2A7C1E3CF597}"/>
                </a:ext>
              </a:extLst>
            </p:cNvPr>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cxn ang="0">
                  <a:pos x="connsiteX0" y="connsiteY0"/>
                </a:cxn>
                <a:cxn ang="0">
                  <a:pos x="connsiteX1" y="connsiteY1"/>
                </a:cxn>
                <a:cxn ang="0">
                  <a:pos x="connsiteX2" y="connsiteY2"/>
                </a:cxn>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rtlCol="0" anchor="ctr"/>
            <a:lstStyle/>
            <a:p>
              <a:endParaRPr lang="en-US" dirty="0"/>
            </a:p>
          </p:txBody>
        </p:sp>
        <p:sp>
          <p:nvSpPr>
            <p:cNvPr id="580" name="Freeform: Shape 579">
              <a:extLst>
                <a:ext uri="{FF2B5EF4-FFF2-40B4-BE49-F238E27FC236}">
                  <a16:creationId xmlns:a16="http://schemas.microsoft.com/office/drawing/2014/main" id="{9BA5C683-F0E6-4E49-AF39-5A5CA0168BC9}"/>
                </a:ext>
              </a:extLst>
            </p:cNvPr>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rtlCol="0" anchor="ctr"/>
            <a:lstStyle/>
            <a:p>
              <a:endParaRPr lang="en-US" dirty="0"/>
            </a:p>
          </p:txBody>
        </p:sp>
        <p:sp>
          <p:nvSpPr>
            <p:cNvPr id="581" name="Freeform: Shape 580">
              <a:extLst>
                <a:ext uri="{FF2B5EF4-FFF2-40B4-BE49-F238E27FC236}">
                  <a16:creationId xmlns:a16="http://schemas.microsoft.com/office/drawing/2014/main" id="{AB3DE9B2-4448-4FC7-B443-424CBC1AE4FA}"/>
                </a:ext>
              </a:extLst>
            </p:cNvPr>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rtlCol="0" anchor="ctr"/>
            <a:lstStyle/>
            <a:p>
              <a:endParaRPr lang="en-US" dirty="0"/>
            </a:p>
          </p:txBody>
        </p:sp>
        <p:sp>
          <p:nvSpPr>
            <p:cNvPr id="582" name="Freeform: Shape 581">
              <a:extLst>
                <a:ext uri="{FF2B5EF4-FFF2-40B4-BE49-F238E27FC236}">
                  <a16:creationId xmlns:a16="http://schemas.microsoft.com/office/drawing/2014/main" id="{FAB2F728-3C32-4318-AC0A-B150D6855D1D}"/>
                </a:ext>
              </a:extLst>
            </p:cNvPr>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rtlCol="0" anchor="ctr"/>
            <a:lstStyle/>
            <a:p>
              <a:endParaRPr lang="en-US" dirty="0"/>
            </a:p>
          </p:txBody>
        </p:sp>
        <p:sp>
          <p:nvSpPr>
            <p:cNvPr id="583" name="Freeform: Shape 582">
              <a:extLst>
                <a:ext uri="{FF2B5EF4-FFF2-40B4-BE49-F238E27FC236}">
                  <a16:creationId xmlns:a16="http://schemas.microsoft.com/office/drawing/2014/main" id="{BDA095EC-B11E-4EB7-BF5B-85AA4DBD80FF}"/>
                </a:ext>
              </a:extLst>
            </p:cNvPr>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rtlCol="0" anchor="ctr"/>
            <a:lstStyle/>
            <a:p>
              <a:endParaRPr lang="en-US" dirty="0"/>
            </a:p>
          </p:txBody>
        </p:sp>
        <p:sp>
          <p:nvSpPr>
            <p:cNvPr id="584" name="Freeform: Shape 583">
              <a:extLst>
                <a:ext uri="{FF2B5EF4-FFF2-40B4-BE49-F238E27FC236}">
                  <a16:creationId xmlns:a16="http://schemas.microsoft.com/office/drawing/2014/main" id="{44AC4327-2457-4D5A-A280-A716BD0AA1B4}"/>
                </a:ext>
              </a:extLst>
            </p:cNvPr>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cxn ang="0">
                  <a:pos x="connsiteX0" y="connsiteY0"/>
                </a:cxn>
                <a:cxn ang="0">
                  <a:pos x="connsiteX1" y="connsiteY1"/>
                </a:cxn>
                <a:cxn ang="0">
                  <a:pos x="connsiteX2" y="connsiteY2"/>
                </a:cxn>
                <a:cxn ang="0">
                  <a:pos x="connsiteX3" y="connsiteY3"/>
                </a:cxn>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rtlCol="0" anchor="ctr"/>
            <a:lstStyle/>
            <a:p>
              <a:endParaRPr lang="en-US" dirty="0"/>
            </a:p>
          </p:txBody>
        </p:sp>
        <p:sp>
          <p:nvSpPr>
            <p:cNvPr id="585" name="Freeform: Shape 584">
              <a:extLst>
                <a:ext uri="{FF2B5EF4-FFF2-40B4-BE49-F238E27FC236}">
                  <a16:creationId xmlns:a16="http://schemas.microsoft.com/office/drawing/2014/main" id="{8BA86C55-201D-4337-AB76-A435B2B64EF3}"/>
                </a:ext>
              </a:extLst>
            </p:cNvPr>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86" name="Freeform: Shape 585">
              <a:extLst>
                <a:ext uri="{FF2B5EF4-FFF2-40B4-BE49-F238E27FC236}">
                  <a16:creationId xmlns:a16="http://schemas.microsoft.com/office/drawing/2014/main" id="{245BD389-1219-4FF1-A2C0-026F97288269}"/>
                </a:ext>
              </a:extLst>
            </p:cNvPr>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cxn ang="0">
                  <a:pos x="connsiteX0" y="connsiteY0"/>
                </a:cxn>
                <a:cxn ang="0">
                  <a:pos x="connsiteX1" y="connsiteY1"/>
                </a:cxn>
                <a:cxn ang="0">
                  <a:pos x="connsiteX2" y="connsiteY2"/>
                </a:cxn>
                <a:cxn ang="0">
                  <a:pos x="connsiteX3" y="connsiteY3"/>
                </a:cxn>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587" name="Freeform: Shape 586">
              <a:extLst>
                <a:ext uri="{FF2B5EF4-FFF2-40B4-BE49-F238E27FC236}">
                  <a16:creationId xmlns:a16="http://schemas.microsoft.com/office/drawing/2014/main" id="{BB2DA4D3-F128-4DAF-A6B6-3076BE338450}"/>
                </a:ext>
              </a:extLst>
            </p:cNvPr>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rtlCol="0" anchor="ctr"/>
            <a:lstStyle/>
            <a:p>
              <a:endParaRPr lang="en-US" dirty="0"/>
            </a:p>
          </p:txBody>
        </p:sp>
        <p:sp>
          <p:nvSpPr>
            <p:cNvPr id="588" name="Freeform: Shape 587">
              <a:extLst>
                <a:ext uri="{FF2B5EF4-FFF2-40B4-BE49-F238E27FC236}">
                  <a16:creationId xmlns:a16="http://schemas.microsoft.com/office/drawing/2014/main" id="{3F70F715-DD14-4EF5-81B4-4487578EDD35}"/>
                </a:ext>
              </a:extLst>
            </p:cNvPr>
            <p:cNvSpPr/>
            <p:nvPr/>
          </p:nvSpPr>
          <p:spPr>
            <a:xfrm>
              <a:off x="11823031" y="836320"/>
              <a:ext cx="1015" cy="12696"/>
            </a:xfrm>
            <a:custGeom>
              <a:avLst/>
              <a:gdLst>
                <a:gd name="connsiteX0" fmla="*/ 1016 w 1015"/>
                <a:gd name="connsiteY0" fmla="*/ 0 h 12696"/>
                <a:gd name="connsiteX1" fmla="*/ 0 w 1015"/>
                <a:gd name="connsiteY1" fmla="*/ 0 h 12696"/>
              </a:gdLst>
              <a:ahLst/>
              <a:cxnLst>
                <a:cxn ang="0">
                  <a:pos x="connsiteX0" y="connsiteY0"/>
                </a:cxn>
                <a:cxn ang="0">
                  <a:pos x="connsiteX1" y="connsiteY1"/>
                </a:cxn>
              </a:cxnLst>
              <a:rect l="l" t="t" r="r" b="b"/>
              <a:pathLst>
                <a:path w="1015" h="12696">
                  <a:moveTo>
                    <a:pt x="1016"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89" name="Freeform: Shape 588">
              <a:extLst>
                <a:ext uri="{FF2B5EF4-FFF2-40B4-BE49-F238E27FC236}">
                  <a16:creationId xmlns:a16="http://schemas.microsoft.com/office/drawing/2014/main" id="{E77407F8-1976-435F-A68A-5CD4B4DBCE1C}"/>
                </a:ext>
              </a:extLst>
            </p:cNvPr>
            <p:cNvSpPr/>
            <p:nvPr/>
          </p:nvSpPr>
          <p:spPr>
            <a:xfrm>
              <a:off x="11821762" y="83581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90" name="Freeform: Shape 589">
              <a:extLst>
                <a:ext uri="{FF2B5EF4-FFF2-40B4-BE49-F238E27FC236}">
                  <a16:creationId xmlns:a16="http://schemas.microsoft.com/office/drawing/2014/main" id="{A9DB3EA9-7164-4EC5-913F-8863ED6E91F9}"/>
                </a:ext>
              </a:extLst>
            </p:cNvPr>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rtlCol="0" anchor="ctr"/>
            <a:lstStyle/>
            <a:p>
              <a:endParaRPr lang="en-US" dirty="0"/>
            </a:p>
          </p:txBody>
        </p:sp>
        <p:sp>
          <p:nvSpPr>
            <p:cNvPr id="591" name="Freeform: Shape 590">
              <a:extLst>
                <a:ext uri="{FF2B5EF4-FFF2-40B4-BE49-F238E27FC236}">
                  <a16:creationId xmlns:a16="http://schemas.microsoft.com/office/drawing/2014/main" id="{12F5818C-E85F-4390-8E48-AB01B0FBC282}"/>
                </a:ext>
              </a:extLst>
            </p:cNvPr>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92" name="Freeform: Shape 591">
              <a:extLst>
                <a:ext uri="{FF2B5EF4-FFF2-40B4-BE49-F238E27FC236}">
                  <a16:creationId xmlns:a16="http://schemas.microsoft.com/office/drawing/2014/main" id="{4B3BF30F-7B0C-4BAB-B653-181E409E56DB}"/>
                </a:ext>
              </a:extLst>
            </p:cNvPr>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rtlCol="0" anchor="ctr"/>
            <a:lstStyle/>
            <a:p>
              <a:endParaRPr lang="en-US" dirty="0"/>
            </a:p>
          </p:txBody>
        </p:sp>
        <p:sp>
          <p:nvSpPr>
            <p:cNvPr id="593" name="Freeform: Shape 592">
              <a:extLst>
                <a:ext uri="{FF2B5EF4-FFF2-40B4-BE49-F238E27FC236}">
                  <a16:creationId xmlns:a16="http://schemas.microsoft.com/office/drawing/2014/main" id="{EC7A4833-191C-4412-BE9D-7206A7DB3E8A}"/>
                </a:ext>
              </a:extLst>
            </p:cNvPr>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rtlCol="0" anchor="ctr"/>
            <a:lstStyle/>
            <a:p>
              <a:endParaRPr lang="en-US" dirty="0"/>
            </a:p>
          </p:txBody>
        </p:sp>
        <p:sp>
          <p:nvSpPr>
            <p:cNvPr id="594" name="Freeform: Shape 593">
              <a:extLst>
                <a:ext uri="{FF2B5EF4-FFF2-40B4-BE49-F238E27FC236}">
                  <a16:creationId xmlns:a16="http://schemas.microsoft.com/office/drawing/2014/main" id="{731C477D-FC59-4663-8F6C-458C450A099F}"/>
                </a:ext>
              </a:extLst>
            </p:cNvPr>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rtlCol="0" anchor="ctr"/>
            <a:lstStyle/>
            <a:p>
              <a:endParaRPr lang="en-US" dirty="0"/>
            </a:p>
          </p:txBody>
        </p:sp>
        <p:sp>
          <p:nvSpPr>
            <p:cNvPr id="595" name="Freeform: Shape 594">
              <a:extLst>
                <a:ext uri="{FF2B5EF4-FFF2-40B4-BE49-F238E27FC236}">
                  <a16:creationId xmlns:a16="http://schemas.microsoft.com/office/drawing/2014/main" id="{0A8CF1FF-C7A4-47D3-9914-232F1747CB92}"/>
                </a:ext>
              </a:extLst>
            </p:cNvPr>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rtlCol="0" anchor="ctr"/>
            <a:lstStyle/>
            <a:p>
              <a:endParaRPr lang="en-US" dirty="0"/>
            </a:p>
          </p:txBody>
        </p:sp>
        <p:sp>
          <p:nvSpPr>
            <p:cNvPr id="596" name="Freeform: Shape 595">
              <a:extLst>
                <a:ext uri="{FF2B5EF4-FFF2-40B4-BE49-F238E27FC236}">
                  <a16:creationId xmlns:a16="http://schemas.microsoft.com/office/drawing/2014/main" id="{4FA93D4E-4F58-425A-A7D3-CC83EB6AACDB}"/>
                </a:ext>
              </a:extLst>
            </p:cNvPr>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rtlCol="0" anchor="ctr"/>
            <a:lstStyle/>
            <a:p>
              <a:endParaRPr lang="en-US" dirty="0"/>
            </a:p>
          </p:txBody>
        </p:sp>
        <p:sp>
          <p:nvSpPr>
            <p:cNvPr id="597" name="Freeform: Shape 596">
              <a:extLst>
                <a:ext uri="{FF2B5EF4-FFF2-40B4-BE49-F238E27FC236}">
                  <a16:creationId xmlns:a16="http://schemas.microsoft.com/office/drawing/2014/main" id="{85E7C36D-DA35-4CAD-8A69-F15DFF0CBC58}"/>
                </a:ext>
              </a:extLst>
            </p:cNvPr>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8" name="Freeform: Shape 597">
              <a:extLst>
                <a:ext uri="{FF2B5EF4-FFF2-40B4-BE49-F238E27FC236}">
                  <a16:creationId xmlns:a16="http://schemas.microsoft.com/office/drawing/2014/main" id="{BE552C46-0DB1-4BC6-A93B-636D23778941}"/>
                </a:ext>
              </a:extLst>
            </p:cNvPr>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9" name="Freeform: Shape 598">
              <a:extLst>
                <a:ext uri="{FF2B5EF4-FFF2-40B4-BE49-F238E27FC236}">
                  <a16:creationId xmlns:a16="http://schemas.microsoft.com/office/drawing/2014/main" id="{F6140378-FDFB-4031-A37C-0834971DC2B1}"/>
                </a:ext>
              </a:extLst>
            </p:cNvPr>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600" name="Freeform: Shape 599">
              <a:extLst>
                <a:ext uri="{FF2B5EF4-FFF2-40B4-BE49-F238E27FC236}">
                  <a16:creationId xmlns:a16="http://schemas.microsoft.com/office/drawing/2014/main" id="{040D2034-7E6D-47A8-BAC2-ACD318784616}"/>
                </a:ext>
              </a:extLst>
            </p:cNvPr>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rtlCol="0" anchor="ctr"/>
            <a:lstStyle/>
            <a:p>
              <a:endParaRPr lang="en-US" dirty="0"/>
            </a:p>
          </p:txBody>
        </p:sp>
        <p:sp>
          <p:nvSpPr>
            <p:cNvPr id="601" name="Freeform: Shape 600">
              <a:extLst>
                <a:ext uri="{FF2B5EF4-FFF2-40B4-BE49-F238E27FC236}">
                  <a16:creationId xmlns:a16="http://schemas.microsoft.com/office/drawing/2014/main" id="{1A6DB887-4D10-4528-AE08-66E71BBF71D9}"/>
                </a:ext>
              </a:extLst>
            </p:cNvPr>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rtlCol="0" anchor="ctr"/>
            <a:lstStyle/>
            <a:p>
              <a:endParaRPr lang="en-US" dirty="0"/>
            </a:p>
          </p:txBody>
        </p:sp>
        <p:sp>
          <p:nvSpPr>
            <p:cNvPr id="602" name="Freeform: Shape 601">
              <a:extLst>
                <a:ext uri="{FF2B5EF4-FFF2-40B4-BE49-F238E27FC236}">
                  <a16:creationId xmlns:a16="http://schemas.microsoft.com/office/drawing/2014/main" id="{43D53B88-0CC9-4C2E-8D81-2ED89E137BEA}"/>
                </a:ext>
              </a:extLst>
            </p:cNvPr>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cxn ang="0">
                  <a:pos x="connsiteX0" y="connsiteY0"/>
                </a:cxn>
                <a:cxn ang="0">
                  <a:pos x="connsiteX1" y="connsiteY1"/>
                </a:cxn>
                <a:cxn ang="0">
                  <a:pos x="connsiteX2" y="connsiteY2"/>
                </a:cxn>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rtlCol="0" anchor="ctr"/>
            <a:lstStyle/>
            <a:p>
              <a:endParaRPr lang="en-US" dirty="0"/>
            </a:p>
          </p:txBody>
        </p:sp>
        <p:sp>
          <p:nvSpPr>
            <p:cNvPr id="603" name="Freeform: Shape 602">
              <a:extLst>
                <a:ext uri="{FF2B5EF4-FFF2-40B4-BE49-F238E27FC236}">
                  <a16:creationId xmlns:a16="http://schemas.microsoft.com/office/drawing/2014/main" id="{6450B234-A296-4771-B7D8-B2E5D74E20C2}"/>
                </a:ext>
              </a:extLst>
            </p:cNvPr>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rtlCol="0" anchor="ctr"/>
            <a:lstStyle/>
            <a:p>
              <a:endParaRPr lang="en-US" dirty="0"/>
            </a:p>
          </p:txBody>
        </p:sp>
        <p:sp>
          <p:nvSpPr>
            <p:cNvPr id="604" name="Freeform: Shape 603">
              <a:extLst>
                <a:ext uri="{FF2B5EF4-FFF2-40B4-BE49-F238E27FC236}">
                  <a16:creationId xmlns:a16="http://schemas.microsoft.com/office/drawing/2014/main" id="{D31C1287-2B78-4D81-A929-C72993856B18}"/>
                </a:ext>
              </a:extLst>
            </p:cNvPr>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605" name="Freeform: Shape 604">
              <a:extLst>
                <a:ext uri="{FF2B5EF4-FFF2-40B4-BE49-F238E27FC236}">
                  <a16:creationId xmlns:a16="http://schemas.microsoft.com/office/drawing/2014/main" id="{33F8F802-FCE8-4FE3-8704-39D2B5FADC89}"/>
                </a:ext>
              </a:extLst>
            </p:cNvPr>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rtlCol="0" anchor="ctr"/>
            <a:lstStyle/>
            <a:p>
              <a:endParaRPr lang="en-US" dirty="0"/>
            </a:p>
          </p:txBody>
        </p:sp>
        <p:sp>
          <p:nvSpPr>
            <p:cNvPr id="606" name="Freeform: Shape 605">
              <a:extLst>
                <a:ext uri="{FF2B5EF4-FFF2-40B4-BE49-F238E27FC236}">
                  <a16:creationId xmlns:a16="http://schemas.microsoft.com/office/drawing/2014/main" id="{00F383F2-495A-4D04-8C0B-5CD541B370FC}"/>
                </a:ext>
              </a:extLst>
            </p:cNvPr>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rtlCol="0" anchor="ctr"/>
            <a:lstStyle/>
            <a:p>
              <a:endParaRPr lang="en-US" dirty="0"/>
            </a:p>
          </p:txBody>
        </p:sp>
        <p:sp>
          <p:nvSpPr>
            <p:cNvPr id="607" name="Freeform: Shape 606">
              <a:extLst>
                <a:ext uri="{FF2B5EF4-FFF2-40B4-BE49-F238E27FC236}">
                  <a16:creationId xmlns:a16="http://schemas.microsoft.com/office/drawing/2014/main" id="{3A5CB5C7-2174-4571-8F04-ABC313A4C6D2}"/>
                </a:ext>
              </a:extLst>
            </p:cNvPr>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056E8007-D843-4FB7-AA9E-1BEC565C6666}"/>
                </a:ext>
              </a:extLst>
            </p:cNvPr>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cxn ang="0">
                  <a:pos x="connsiteX0" y="connsiteY0"/>
                </a:cxn>
                <a:cxn ang="0">
                  <a:pos x="connsiteX1" y="connsiteY1"/>
                </a:cxn>
                <a:cxn ang="0">
                  <a:pos x="connsiteX2" y="connsiteY2"/>
                </a:cxn>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rtlCol="0" anchor="ctr"/>
            <a:lstStyle/>
            <a:p>
              <a:endParaRPr lang="en-US" dirty="0"/>
            </a:p>
          </p:txBody>
        </p:sp>
        <p:sp>
          <p:nvSpPr>
            <p:cNvPr id="609" name="Freeform: Shape 608">
              <a:extLst>
                <a:ext uri="{FF2B5EF4-FFF2-40B4-BE49-F238E27FC236}">
                  <a16:creationId xmlns:a16="http://schemas.microsoft.com/office/drawing/2014/main" id="{792DEF78-5B52-4AB5-98E5-4766575947E3}"/>
                </a:ext>
              </a:extLst>
            </p:cNvPr>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rtlCol="0" anchor="ctr"/>
            <a:lstStyle/>
            <a:p>
              <a:endParaRPr lang="en-US" dirty="0"/>
            </a:p>
          </p:txBody>
        </p:sp>
        <p:sp>
          <p:nvSpPr>
            <p:cNvPr id="610" name="Freeform: Shape 609">
              <a:extLst>
                <a:ext uri="{FF2B5EF4-FFF2-40B4-BE49-F238E27FC236}">
                  <a16:creationId xmlns:a16="http://schemas.microsoft.com/office/drawing/2014/main" id="{0372DF7C-7C4E-4099-A7D6-7571AF2C13A0}"/>
                </a:ext>
              </a:extLst>
            </p:cNvPr>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rtlCol="0" anchor="ctr"/>
            <a:lstStyle/>
            <a:p>
              <a:endParaRPr lang="en-US" dirty="0"/>
            </a:p>
          </p:txBody>
        </p:sp>
        <p:sp>
          <p:nvSpPr>
            <p:cNvPr id="611" name="Freeform: Shape 610">
              <a:extLst>
                <a:ext uri="{FF2B5EF4-FFF2-40B4-BE49-F238E27FC236}">
                  <a16:creationId xmlns:a16="http://schemas.microsoft.com/office/drawing/2014/main" id="{44A7381D-AB02-43E2-BB2B-6F049DC067C1}"/>
                </a:ext>
              </a:extLst>
            </p:cNvPr>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rtlCol="0" anchor="ctr"/>
            <a:lstStyle/>
            <a:p>
              <a:endParaRPr lang="en-US" dirty="0"/>
            </a:p>
          </p:txBody>
        </p:sp>
        <p:sp>
          <p:nvSpPr>
            <p:cNvPr id="612" name="Freeform: Shape 611">
              <a:extLst>
                <a:ext uri="{FF2B5EF4-FFF2-40B4-BE49-F238E27FC236}">
                  <a16:creationId xmlns:a16="http://schemas.microsoft.com/office/drawing/2014/main" id="{5221CEDD-2E0C-4609-8D6B-A1CDBE79C16D}"/>
                </a:ext>
              </a:extLst>
            </p:cNvPr>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cxn ang="0">
                  <a:pos x="connsiteX0" y="connsiteY0"/>
                </a:cxn>
                <a:cxn ang="0">
                  <a:pos x="connsiteX1" y="connsiteY1"/>
                </a:cxn>
                <a:cxn ang="0">
                  <a:pos x="connsiteX2" y="connsiteY2"/>
                </a:cxn>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3" name="Freeform: Shape 612">
              <a:extLst>
                <a:ext uri="{FF2B5EF4-FFF2-40B4-BE49-F238E27FC236}">
                  <a16:creationId xmlns:a16="http://schemas.microsoft.com/office/drawing/2014/main" id="{CB23C1D4-C987-48AC-B43C-8CEADAEB4A38}"/>
                </a:ext>
              </a:extLst>
            </p:cNvPr>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rtlCol="0" anchor="ctr"/>
            <a:lstStyle/>
            <a:p>
              <a:endParaRPr lang="en-US" dirty="0"/>
            </a:p>
          </p:txBody>
        </p:sp>
        <p:sp>
          <p:nvSpPr>
            <p:cNvPr id="614" name="Freeform: Shape 613">
              <a:extLst>
                <a:ext uri="{FF2B5EF4-FFF2-40B4-BE49-F238E27FC236}">
                  <a16:creationId xmlns:a16="http://schemas.microsoft.com/office/drawing/2014/main" id="{177334C3-6332-4795-A390-2B4AF7593E57}"/>
                </a:ext>
              </a:extLst>
            </p:cNvPr>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rtlCol="0" anchor="ctr"/>
            <a:lstStyle/>
            <a:p>
              <a:endParaRPr lang="en-US" dirty="0"/>
            </a:p>
          </p:txBody>
        </p:sp>
        <p:sp>
          <p:nvSpPr>
            <p:cNvPr id="615" name="Freeform: Shape 614">
              <a:extLst>
                <a:ext uri="{FF2B5EF4-FFF2-40B4-BE49-F238E27FC236}">
                  <a16:creationId xmlns:a16="http://schemas.microsoft.com/office/drawing/2014/main" id="{B0446DA4-CFE1-4C49-A455-7800BC5CE3D1}"/>
                </a:ext>
              </a:extLst>
            </p:cNvPr>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cxn ang="0">
                  <a:pos x="connsiteX0" y="connsiteY0"/>
                </a:cxn>
                <a:cxn ang="0">
                  <a:pos x="connsiteX1" y="connsiteY1"/>
                </a:cxn>
                <a:cxn ang="0">
                  <a:pos x="connsiteX2" y="connsiteY2"/>
                </a:cxn>
                <a:cxn ang="0">
                  <a:pos x="connsiteX3" y="connsiteY3"/>
                </a:cxn>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rtlCol="0" anchor="ctr"/>
            <a:lstStyle/>
            <a:p>
              <a:endParaRPr lang="en-US" dirty="0"/>
            </a:p>
          </p:txBody>
        </p:sp>
        <p:sp>
          <p:nvSpPr>
            <p:cNvPr id="616" name="Freeform: Shape 615">
              <a:extLst>
                <a:ext uri="{FF2B5EF4-FFF2-40B4-BE49-F238E27FC236}">
                  <a16:creationId xmlns:a16="http://schemas.microsoft.com/office/drawing/2014/main" id="{31138C6C-D77C-4334-A389-3900C21ADE94}"/>
                </a:ext>
              </a:extLst>
            </p:cNvPr>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7" name="Freeform: Shape 616">
              <a:extLst>
                <a:ext uri="{FF2B5EF4-FFF2-40B4-BE49-F238E27FC236}">
                  <a16:creationId xmlns:a16="http://schemas.microsoft.com/office/drawing/2014/main" id="{173768AE-7D92-4476-8FCE-96D9F89B922E}"/>
                </a:ext>
              </a:extLst>
            </p:cNvPr>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618" name="Freeform: Shape 617">
              <a:extLst>
                <a:ext uri="{FF2B5EF4-FFF2-40B4-BE49-F238E27FC236}">
                  <a16:creationId xmlns:a16="http://schemas.microsoft.com/office/drawing/2014/main" id="{4E7F41C0-86B3-49E0-A57E-BB3C8A043AAE}"/>
                </a:ext>
              </a:extLst>
            </p:cNvPr>
            <p:cNvSpPr/>
            <p:nvPr/>
          </p:nvSpPr>
          <p:spPr>
            <a:xfrm>
              <a:off x="11996470" y="213506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19" name="Freeform: Shape 618">
              <a:extLst>
                <a:ext uri="{FF2B5EF4-FFF2-40B4-BE49-F238E27FC236}">
                  <a16:creationId xmlns:a16="http://schemas.microsoft.com/office/drawing/2014/main" id="{1AAAAAB8-20D9-4473-A362-4A086692941E}"/>
                </a:ext>
              </a:extLst>
            </p:cNvPr>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0" name="Freeform: Shape 619">
              <a:extLst>
                <a:ext uri="{FF2B5EF4-FFF2-40B4-BE49-F238E27FC236}">
                  <a16:creationId xmlns:a16="http://schemas.microsoft.com/office/drawing/2014/main" id="{49B2F375-282B-4950-8FD8-9322439E1F5F}"/>
                </a:ext>
              </a:extLst>
            </p:cNvPr>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rtlCol="0" anchor="ctr"/>
            <a:lstStyle/>
            <a:p>
              <a:endParaRPr lang="en-US" dirty="0"/>
            </a:p>
          </p:txBody>
        </p:sp>
        <p:sp>
          <p:nvSpPr>
            <p:cNvPr id="621" name="Freeform: Shape 620">
              <a:extLst>
                <a:ext uri="{FF2B5EF4-FFF2-40B4-BE49-F238E27FC236}">
                  <a16:creationId xmlns:a16="http://schemas.microsoft.com/office/drawing/2014/main" id="{3DBDF205-6BB2-409C-B048-6CA3279A6C58}"/>
                </a:ext>
              </a:extLst>
            </p:cNvPr>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cxn ang="0">
                  <a:pos x="connsiteX0" y="connsiteY0"/>
                </a:cxn>
                <a:cxn ang="0">
                  <a:pos x="connsiteX1" y="connsiteY1"/>
                </a:cxn>
                <a:cxn ang="0">
                  <a:pos x="connsiteX2" y="connsiteY2"/>
                </a:cxn>
              </a:cxnLst>
              <a:rect l="l" t="t" r="r" b="b"/>
              <a:pathLst>
                <a:path w="761" h="761">
                  <a:moveTo>
                    <a:pt x="0" y="0"/>
                  </a:moveTo>
                  <a:lnTo>
                    <a:pt x="0" y="0"/>
                  </a:lnTo>
                  <a:lnTo>
                    <a:pt x="762" y="762"/>
                  </a:lnTo>
                  <a:close/>
                </a:path>
              </a:pathLst>
            </a:custGeom>
            <a:solidFill>
              <a:srgbClr val="000000"/>
            </a:solidFill>
            <a:ln w="12690" cap="flat">
              <a:noFill/>
              <a:prstDash val="solid"/>
              <a:miter/>
            </a:ln>
          </p:spPr>
          <p:txBody>
            <a:bodyPr rtlCol="0" anchor="ctr"/>
            <a:lstStyle/>
            <a:p>
              <a:endParaRPr lang="en-US" dirty="0"/>
            </a:p>
          </p:txBody>
        </p:sp>
        <p:sp>
          <p:nvSpPr>
            <p:cNvPr id="622" name="Freeform: Shape 621">
              <a:extLst>
                <a:ext uri="{FF2B5EF4-FFF2-40B4-BE49-F238E27FC236}">
                  <a16:creationId xmlns:a16="http://schemas.microsoft.com/office/drawing/2014/main" id="{75FFA951-A196-499F-90BE-BAF5D7EE6A96}"/>
                </a:ext>
              </a:extLst>
            </p:cNvPr>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3" name="Freeform: Shape 622">
              <a:extLst>
                <a:ext uri="{FF2B5EF4-FFF2-40B4-BE49-F238E27FC236}">
                  <a16:creationId xmlns:a16="http://schemas.microsoft.com/office/drawing/2014/main" id="{BFFECB4C-1852-4902-AC84-48B96FCD144A}"/>
                </a:ext>
              </a:extLst>
            </p:cNvPr>
            <p:cNvSpPr/>
            <p:nvPr/>
          </p:nvSpPr>
          <p:spPr>
            <a:xfrm>
              <a:off x="11997613" y="213773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24" name="Freeform: Shape 623">
              <a:extLst>
                <a:ext uri="{FF2B5EF4-FFF2-40B4-BE49-F238E27FC236}">
                  <a16:creationId xmlns:a16="http://schemas.microsoft.com/office/drawing/2014/main" id="{1BE4CAD1-5DB1-4B4F-B9A4-2D1417066C50}"/>
                </a:ext>
              </a:extLst>
            </p:cNvPr>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cxn ang="0">
                  <a:pos x="connsiteX0" y="connsiteY0"/>
                </a:cxn>
                <a:cxn ang="0">
                  <a:pos x="connsiteX1" y="connsiteY1"/>
                </a:cxn>
                <a:cxn ang="0">
                  <a:pos x="connsiteX2" y="connsiteY2"/>
                </a:cxn>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rtlCol="0" anchor="ctr"/>
            <a:lstStyle/>
            <a:p>
              <a:endParaRPr lang="en-US" dirty="0"/>
            </a:p>
          </p:txBody>
        </p:sp>
        <p:sp>
          <p:nvSpPr>
            <p:cNvPr id="625" name="Freeform: Shape 624">
              <a:extLst>
                <a:ext uri="{FF2B5EF4-FFF2-40B4-BE49-F238E27FC236}">
                  <a16:creationId xmlns:a16="http://schemas.microsoft.com/office/drawing/2014/main" id="{CFAACC4C-16FD-4FE9-AFAF-4ECD6BA01BA3}"/>
                </a:ext>
              </a:extLst>
            </p:cNvPr>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rtlCol="0" anchor="ctr"/>
            <a:lstStyle/>
            <a:p>
              <a:endParaRPr lang="en-US" dirty="0"/>
            </a:p>
          </p:txBody>
        </p:sp>
        <p:sp>
          <p:nvSpPr>
            <p:cNvPr id="626" name="Freeform: Shape 625">
              <a:extLst>
                <a:ext uri="{FF2B5EF4-FFF2-40B4-BE49-F238E27FC236}">
                  <a16:creationId xmlns:a16="http://schemas.microsoft.com/office/drawing/2014/main" id="{983B2806-5AF7-4B7C-845D-37C299292607}"/>
                </a:ext>
              </a:extLst>
            </p:cNvPr>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rtlCol="0" anchor="ctr"/>
            <a:lstStyle/>
            <a:p>
              <a:endParaRPr lang="en-US" dirty="0"/>
            </a:p>
          </p:txBody>
        </p:sp>
        <p:sp>
          <p:nvSpPr>
            <p:cNvPr id="627" name="Freeform: Shape 626">
              <a:extLst>
                <a:ext uri="{FF2B5EF4-FFF2-40B4-BE49-F238E27FC236}">
                  <a16:creationId xmlns:a16="http://schemas.microsoft.com/office/drawing/2014/main" id="{69EF44AA-6FE1-43DC-8A6B-285AB8EFAF35}"/>
                </a:ext>
              </a:extLst>
            </p:cNvPr>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cxn ang="0">
                  <a:pos x="connsiteX0" y="connsiteY0"/>
                </a:cxn>
                <a:cxn ang="0">
                  <a:pos x="connsiteX1" y="connsiteY1"/>
                </a:cxn>
                <a:cxn ang="0">
                  <a:pos x="connsiteX2" y="connsiteY2"/>
                </a:cxn>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rtlCol="0" anchor="ctr"/>
            <a:lstStyle/>
            <a:p>
              <a:endParaRPr lang="en-US" dirty="0"/>
            </a:p>
          </p:txBody>
        </p:sp>
        <p:sp>
          <p:nvSpPr>
            <p:cNvPr id="628" name="Freeform: Shape 627">
              <a:extLst>
                <a:ext uri="{FF2B5EF4-FFF2-40B4-BE49-F238E27FC236}">
                  <a16:creationId xmlns:a16="http://schemas.microsoft.com/office/drawing/2014/main" id="{AA63E7BA-40A6-4277-B9A8-779C9D50D67B}"/>
                </a:ext>
              </a:extLst>
            </p:cNvPr>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29" name="Freeform: Shape 628">
              <a:extLst>
                <a:ext uri="{FF2B5EF4-FFF2-40B4-BE49-F238E27FC236}">
                  <a16:creationId xmlns:a16="http://schemas.microsoft.com/office/drawing/2014/main" id="{466FB710-8F73-466D-BA61-870BC92A5C9A}"/>
                </a:ext>
              </a:extLst>
            </p:cNvPr>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30" name="Freeform: Shape 629">
              <a:extLst>
                <a:ext uri="{FF2B5EF4-FFF2-40B4-BE49-F238E27FC236}">
                  <a16:creationId xmlns:a16="http://schemas.microsoft.com/office/drawing/2014/main" id="{F3369068-6428-4A3A-AB08-1AD9F35580C5}"/>
                </a:ext>
              </a:extLst>
            </p:cNvPr>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rtlCol="0" anchor="ctr"/>
            <a:lstStyle/>
            <a:p>
              <a:endParaRPr lang="en-US" dirty="0"/>
            </a:p>
          </p:txBody>
        </p:sp>
        <p:sp>
          <p:nvSpPr>
            <p:cNvPr id="631" name="Freeform: Shape 630">
              <a:extLst>
                <a:ext uri="{FF2B5EF4-FFF2-40B4-BE49-F238E27FC236}">
                  <a16:creationId xmlns:a16="http://schemas.microsoft.com/office/drawing/2014/main" id="{5CCF168C-7F0C-41E2-BB50-3CAEBCCEF006}"/>
                </a:ext>
              </a:extLst>
            </p:cNvPr>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rtlCol="0" anchor="ctr"/>
            <a:lstStyle/>
            <a:p>
              <a:endParaRPr lang="en-US" dirty="0"/>
            </a:p>
          </p:txBody>
        </p:sp>
        <p:sp>
          <p:nvSpPr>
            <p:cNvPr id="632" name="Freeform: Shape 631">
              <a:extLst>
                <a:ext uri="{FF2B5EF4-FFF2-40B4-BE49-F238E27FC236}">
                  <a16:creationId xmlns:a16="http://schemas.microsoft.com/office/drawing/2014/main" id="{818796FA-2604-4AC4-9618-3B2EC95BE084}"/>
                </a:ext>
              </a:extLst>
            </p:cNvPr>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cxn ang="0">
                  <a:pos x="connsiteX0" y="connsiteY0"/>
                </a:cxn>
                <a:cxn ang="0">
                  <a:pos x="connsiteX1" y="connsiteY1"/>
                </a:cxn>
                <a:cxn ang="0">
                  <a:pos x="connsiteX2" y="connsiteY2"/>
                </a:cxn>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rtlCol="0" anchor="ctr"/>
            <a:lstStyle/>
            <a:p>
              <a:endParaRPr lang="en-US" dirty="0"/>
            </a:p>
          </p:txBody>
        </p:sp>
        <p:sp>
          <p:nvSpPr>
            <p:cNvPr id="633" name="Freeform: Shape 632">
              <a:extLst>
                <a:ext uri="{FF2B5EF4-FFF2-40B4-BE49-F238E27FC236}">
                  <a16:creationId xmlns:a16="http://schemas.microsoft.com/office/drawing/2014/main" id="{ACDE445B-CBAC-4AAF-88E3-3A80E815A33F}"/>
                </a:ext>
              </a:extLst>
            </p:cNvPr>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cxn ang="0">
                  <a:pos x="connsiteX0" y="connsiteY0"/>
                </a:cxn>
                <a:cxn ang="0">
                  <a:pos x="connsiteX1" y="connsiteY1"/>
                </a:cxn>
                <a:cxn ang="0">
                  <a:pos x="connsiteX2" y="connsiteY2"/>
                </a:cxn>
                <a:cxn ang="0">
                  <a:pos x="connsiteX3" y="connsiteY3"/>
                </a:cxn>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rtlCol="0" anchor="ctr"/>
            <a:lstStyle/>
            <a:p>
              <a:endParaRPr lang="en-US" dirty="0"/>
            </a:p>
          </p:txBody>
        </p:sp>
        <p:sp>
          <p:nvSpPr>
            <p:cNvPr id="634" name="Freeform: Shape 633">
              <a:extLst>
                <a:ext uri="{FF2B5EF4-FFF2-40B4-BE49-F238E27FC236}">
                  <a16:creationId xmlns:a16="http://schemas.microsoft.com/office/drawing/2014/main" id="{A5F97951-B24C-487D-BCEB-38DAFA3A8F52}"/>
                </a:ext>
              </a:extLst>
            </p:cNvPr>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rtlCol="0" anchor="ctr"/>
            <a:lstStyle/>
            <a:p>
              <a:endParaRPr lang="en-US" dirty="0"/>
            </a:p>
          </p:txBody>
        </p:sp>
        <p:sp>
          <p:nvSpPr>
            <p:cNvPr id="635" name="Freeform: Shape 634">
              <a:extLst>
                <a:ext uri="{FF2B5EF4-FFF2-40B4-BE49-F238E27FC236}">
                  <a16:creationId xmlns:a16="http://schemas.microsoft.com/office/drawing/2014/main" id="{53C6B81E-7F4D-430A-BA35-384A9F3DA008}"/>
                </a:ext>
              </a:extLst>
            </p:cNvPr>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rtlCol="0" anchor="ctr"/>
            <a:lstStyle/>
            <a:p>
              <a:endParaRPr lang="en-US" dirty="0"/>
            </a:p>
          </p:txBody>
        </p:sp>
        <p:sp>
          <p:nvSpPr>
            <p:cNvPr id="636" name="Freeform: Shape 635">
              <a:extLst>
                <a:ext uri="{FF2B5EF4-FFF2-40B4-BE49-F238E27FC236}">
                  <a16:creationId xmlns:a16="http://schemas.microsoft.com/office/drawing/2014/main" id="{943BBFE7-0B84-446A-BE40-DD3671B31D11}"/>
                </a:ext>
              </a:extLst>
            </p:cNvPr>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rtlCol="0" anchor="ctr"/>
            <a:lstStyle/>
            <a:p>
              <a:endParaRPr lang="en-US" dirty="0"/>
            </a:p>
          </p:txBody>
        </p:sp>
        <p:sp>
          <p:nvSpPr>
            <p:cNvPr id="637" name="Freeform: Shape 636">
              <a:extLst>
                <a:ext uri="{FF2B5EF4-FFF2-40B4-BE49-F238E27FC236}">
                  <a16:creationId xmlns:a16="http://schemas.microsoft.com/office/drawing/2014/main" id="{7DAE9C85-0B6D-405B-8AFC-4B194DE54046}"/>
                </a:ext>
              </a:extLst>
            </p:cNvPr>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rtlCol="0" anchor="ctr"/>
            <a:lstStyle/>
            <a:p>
              <a:endParaRPr lang="en-US" dirty="0"/>
            </a:p>
          </p:txBody>
        </p:sp>
        <p:sp>
          <p:nvSpPr>
            <p:cNvPr id="638" name="Freeform: Shape 637">
              <a:extLst>
                <a:ext uri="{FF2B5EF4-FFF2-40B4-BE49-F238E27FC236}">
                  <a16:creationId xmlns:a16="http://schemas.microsoft.com/office/drawing/2014/main" id="{5341BFD5-0C39-414D-A02F-11275A84E86F}"/>
                </a:ext>
              </a:extLst>
            </p:cNvPr>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rtlCol="0" anchor="ctr"/>
            <a:lstStyle/>
            <a:p>
              <a:endParaRPr lang="en-US" dirty="0"/>
            </a:p>
          </p:txBody>
        </p:sp>
        <p:sp>
          <p:nvSpPr>
            <p:cNvPr id="639" name="Freeform: Shape 638">
              <a:extLst>
                <a:ext uri="{FF2B5EF4-FFF2-40B4-BE49-F238E27FC236}">
                  <a16:creationId xmlns:a16="http://schemas.microsoft.com/office/drawing/2014/main" id="{957CD6AA-B64C-4035-8DBB-F9494D161B61}"/>
                </a:ext>
              </a:extLst>
            </p:cNvPr>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rtlCol="0" anchor="ctr"/>
            <a:lstStyle/>
            <a:p>
              <a:endParaRPr lang="en-US" dirty="0"/>
            </a:p>
          </p:txBody>
        </p:sp>
        <p:sp>
          <p:nvSpPr>
            <p:cNvPr id="640" name="Freeform: Shape 639">
              <a:extLst>
                <a:ext uri="{FF2B5EF4-FFF2-40B4-BE49-F238E27FC236}">
                  <a16:creationId xmlns:a16="http://schemas.microsoft.com/office/drawing/2014/main" id="{4D165065-B22C-4305-A1B7-3508D67B6882}"/>
                </a:ext>
              </a:extLst>
            </p:cNvPr>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cxn ang="0">
                  <a:pos x="connsiteX0" y="connsiteY0"/>
                </a:cxn>
                <a:cxn ang="0">
                  <a:pos x="connsiteX1" y="connsiteY1"/>
                </a:cxn>
                <a:cxn ang="0">
                  <a:pos x="connsiteX2" y="connsiteY2"/>
                </a:cxn>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rtlCol="0" anchor="ctr"/>
            <a:lstStyle/>
            <a:p>
              <a:endParaRPr lang="en-US" dirty="0"/>
            </a:p>
          </p:txBody>
        </p:sp>
        <p:sp>
          <p:nvSpPr>
            <p:cNvPr id="641" name="Freeform: Shape 640">
              <a:extLst>
                <a:ext uri="{FF2B5EF4-FFF2-40B4-BE49-F238E27FC236}">
                  <a16:creationId xmlns:a16="http://schemas.microsoft.com/office/drawing/2014/main" id="{F2B85CB5-61C1-44B8-9825-A2472BB1649A}"/>
                </a:ext>
              </a:extLst>
            </p:cNvPr>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cxn ang="0">
                  <a:pos x="connsiteX0" y="connsiteY0"/>
                </a:cxn>
                <a:cxn ang="0">
                  <a:pos x="connsiteX1" y="connsiteY1"/>
                </a:cxn>
                <a:cxn ang="0">
                  <a:pos x="connsiteX2" y="connsiteY2"/>
                </a:cxn>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rtlCol="0" anchor="ctr"/>
            <a:lstStyle/>
            <a:p>
              <a:endParaRPr lang="en-US" dirty="0"/>
            </a:p>
          </p:txBody>
        </p:sp>
        <p:sp>
          <p:nvSpPr>
            <p:cNvPr id="642" name="Freeform: Shape 641">
              <a:extLst>
                <a:ext uri="{FF2B5EF4-FFF2-40B4-BE49-F238E27FC236}">
                  <a16:creationId xmlns:a16="http://schemas.microsoft.com/office/drawing/2014/main" id="{935F2256-7B90-47EB-885D-9CFBA1B18BDD}"/>
                </a:ext>
              </a:extLst>
            </p:cNvPr>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rtlCol="0" anchor="ctr"/>
            <a:lstStyle/>
            <a:p>
              <a:endParaRPr lang="en-US" dirty="0"/>
            </a:p>
          </p:txBody>
        </p:sp>
        <p:sp>
          <p:nvSpPr>
            <p:cNvPr id="643" name="Freeform: Shape 642">
              <a:extLst>
                <a:ext uri="{FF2B5EF4-FFF2-40B4-BE49-F238E27FC236}">
                  <a16:creationId xmlns:a16="http://schemas.microsoft.com/office/drawing/2014/main" id="{8C7207F2-0C92-4CEA-B004-5B339852F28E}"/>
                </a:ext>
              </a:extLst>
            </p:cNvPr>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rtlCol="0" anchor="ctr"/>
            <a:lstStyle/>
            <a:p>
              <a:endParaRPr lang="en-US" dirty="0"/>
            </a:p>
          </p:txBody>
        </p:sp>
        <p:sp>
          <p:nvSpPr>
            <p:cNvPr id="644" name="Freeform: Shape 643">
              <a:extLst>
                <a:ext uri="{FF2B5EF4-FFF2-40B4-BE49-F238E27FC236}">
                  <a16:creationId xmlns:a16="http://schemas.microsoft.com/office/drawing/2014/main" id="{F212344B-9E7D-45ED-B90E-6848FB7EBA65}"/>
                </a:ext>
              </a:extLst>
            </p:cNvPr>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cxn ang="0">
                  <a:pos x="connsiteX0" y="connsiteY0"/>
                </a:cxn>
                <a:cxn ang="0">
                  <a:pos x="connsiteX1" y="connsiteY1"/>
                </a:cxn>
                <a:cxn ang="0">
                  <a:pos x="connsiteX2" y="connsiteY2"/>
                </a:cxn>
                <a:cxn ang="0">
                  <a:pos x="connsiteX3" y="connsiteY3"/>
                </a:cxn>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rtlCol="0" anchor="ctr"/>
            <a:lstStyle/>
            <a:p>
              <a:endParaRPr lang="en-US" dirty="0"/>
            </a:p>
          </p:txBody>
        </p:sp>
        <p:sp>
          <p:nvSpPr>
            <p:cNvPr id="645" name="Freeform: Shape 644">
              <a:extLst>
                <a:ext uri="{FF2B5EF4-FFF2-40B4-BE49-F238E27FC236}">
                  <a16:creationId xmlns:a16="http://schemas.microsoft.com/office/drawing/2014/main" id="{11FA837D-6E68-47F5-A307-EF2F983ED2CE}"/>
                </a:ext>
              </a:extLst>
            </p:cNvPr>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rtlCol="0" anchor="ctr"/>
            <a:lstStyle/>
            <a:p>
              <a:endParaRPr lang="en-US" dirty="0"/>
            </a:p>
          </p:txBody>
        </p:sp>
        <p:sp>
          <p:nvSpPr>
            <p:cNvPr id="646" name="Freeform: Shape 645">
              <a:extLst>
                <a:ext uri="{FF2B5EF4-FFF2-40B4-BE49-F238E27FC236}">
                  <a16:creationId xmlns:a16="http://schemas.microsoft.com/office/drawing/2014/main" id="{FF3BFB68-2EF1-49E3-B0CA-155D238B464B}"/>
                </a:ext>
              </a:extLst>
            </p:cNvPr>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rtlCol="0" anchor="ctr"/>
            <a:lstStyle/>
            <a:p>
              <a:endParaRPr lang="en-US" dirty="0"/>
            </a:p>
          </p:txBody>
        </p:sp>
        <p:sp>
          <p:nvSpPr>
            <p:cNvPr id="647" name="Freeform: Shape 646">
              <a:extLst>
                <a:ext uri="{FF2B5EF4-FFF2-40B4-BE49-F238E27FC236}">
                  <a16:creationId xmlns:a16="http://schemas.microsoft.com/office/drawing/2014/main" id="{C9C1DC1E-5A93-4723-9452-FAE670995B0B}"/>
                </a:ext>
              </a:extLst>
            </p:cNvPr>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rtlCol="0" anchor="ctr"/>
            <a:lstStyle/>
            <a:p>
              <a:endParaRPr lang="en-US" dirty="0"/>
            </a:p>
          </p:txBody>
        </p:sp>
        <p:sp>
          <p:nvSpPr>
            <p:cNvPr id="661" name="Freeform: Shape 660">
              <a:extLst>
                <a:ext uri="{FF2B5EF4-FFF2-40B4-BE49-F238E27FC236}">
                  <a16:creationId xmlns:a16="http://schemas.microsoft.com/office/drawing/2014/main" id="{14D74880-161F-4FDF-A12D-1DE769BA6089}"/>
                </a:ext>
              </a:extLst>
            </p:cNvPr>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rtlCol="0" anchor="ctr"/>
            <a:lstStyle/>
            <a:p>
              <a:endParaRPr lang="en-US" dirty="0"/>
            </a:p>
          </p:txBody>
        </p:sp>
        <p:sp>
          <p:nvSpPr>
            <p:cNvPr id="662" name="Freeform: Shape 661">
              <a:extLst>
                <a:ext uri="{FF2B5EF4-FFF2-40B4-BE49-F238E27FC236}">
                  <a16:creationId xmlns:a16="http://schemas.microsoft.com/office/drawing/2014/main" id="{74B98E08-3332-445B-AB2E-71DE885CBE42}"/>
                </a:ext>
              </a:extLst>
            </p:cNvPr>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rtlCol="0" anchor="ctr"/>
            <a:lstStyle/>
            <a:p>
              <a:endParaRPr lang="en-US" dirty="0"/>
            </a:p>
          </p:txBody>
        </p:sp>
        <p:sp>
          <p:nvSpPr>
            <p:cNvPr id="666" name="Freeform: Shape 665">
              <a:extLst>
                <a:ext uri="{FF2B5EF4-FFF2-40B4-BE49-F238E27FC236}">
                  <a16:creationId xmlns:a16="http://schemas.microsoft.com/office/drawing/2014/main" id="{B1889F87-AE1E-4B38-BD29-9359CF5881A6}"/>
                </a:ext>
              </a:extLst>
            </p:cNvPr>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rtlCol="0" anchor="ctr"/>
            <a:lstStyle/>
            <a:p>
              <a:endParaRPr lang="en-US" dirty="0"/>
            </a:p>
          </p:txBody>
        </p:sp>
        <p:sp>
          <p:nvSpPr>
            <p:cNvPr id="667" name="Freeform: Shape 666">
              <a:extLst>
                <a:ext uri="{FF2B5EF4-FFF2-40B4-BE49-F238E27FC236}">
                  <a16:creationId xmlns:a16="http://schemas.microsoft.com/office/drawing/2014/main" id="{035C74EC-84A5-40F4-B82A-725834FC0241}"/>
                </a:ext>
              </a:extLst>
            </p:cNvPr>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rtlCol="0" anchor="ctr"/>
            <a:lstStyle/>
            <a:p>
              <a:endParaRPr lang="en-US" dirty="0"/>
            </a:p>
          </p:txBody>
        </p:sp>
        <p:sp>
          <p:nvSpPr>
            <p:cNvPr id="668" name="Freeform: Shape 667">
              <a:extLst>
                <a:ext uri="{FF2B5EF4-FFF2-40B4-BE49-F238E27FC236}">
                  <a16:creationId xmlns:a16="http://schemas.microsoft.com/office/drawing/2014/main" id="{57F60F63-9FB3-4059-9278-9ADF5468C486}"/>
                </a:ext>
              </a:extLst>
            </p:cNvPr>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rtlCol="0" anchor="ctr"/>
            <a:lstStyle/>
            <a:p>
              <a:endParaRPr lang="en-US" dirty="0"/>
            </a:p>
          </p:txBody>
        </p:sp>
        <p:sp>
          <p:nvSpPr>
            <p:cNvPr id="671" name="Freeform: Shape 670">
              <a:extLst>
                <a:ext uri="{FF2B5EF4-FFF2-40B4-BE49-F238E27FC236}">
                  <a16:creationId xmlns:a16="http://schemas.microsoft.com/office/drawing/2014/main" id="{3E07789D-D840-4937-ACFC-D521ECE81736}"/>
                </a:ext>
              </a:extLst>
            </p:cNvPr>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cxn ang="0">
                  <a:pos x="connsiteX0" y="connsiteY0"/>
                </a:cxn>
                <a:cxn ang="0">
                  <a:pos x="connsiteX1" y="connsiteY1"/>
                </a:cxn>
                <a:cxn ang="0">
                  <a:pos x="connsiteX2" y="connsiteY2"/>
                </a:cxn>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rtlCol="0" anchor="ctr"/>
            <a:lstStyle/>
            <a:p>
              <a:endParaRPr lang="en-US" dirty="0"/>
            </a:p>
          </p:txBody>
        </p:sp>
        <p:sp>
          <p:nvSpPr>
            <p:cNvPr id="672" name="Freeform: Shape 671">
              <a:extLst>
                <a:ext uri="{FF2B5EF4-FFF2-40B4-BE49-F238E27FC236}">
                  <a16:creationId xmlns:a16="http://schemas.microsoft.com/office/drawing/2014/main" id="{6AAB312E-4CB1-452D-BFC5-8C176D723F6F}"/>
                </a:ext>
              </a:extLst>
            </p:cNvPr>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673" name="Freeform: Shape 672">
              <a:extLst>
                <a:ext uri="{FF2B5EF4-FFF2-40B4-BE49-F238E27FC236}">
                  <a16:creationId xmlns:a16="http://schemas.microsoft.com/office/drawing/2014/main" id="{6E47ADDE-C601-4FFE-8BE1-3A785F358604}"/>
                </a:ext>
              </a:extLst>
            </p:cNvPr>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cxn ang="0">
                  <a:pos x="connsiteX0" y="connsiteY0"/>
                </a:cxn>
                <a:cxn ang="0">
                  <a:pos x="connsiteX1" y="connsiteY1"/>
                </a:cxn>
                <a:cxn ang="0">
                  <a:pos x="connsiteX2" y="connsiteY2"/>
                </a:cxn>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rtlCol="0" anchor="ctr"/>
            <a:lstStyle/>
            <a:p>
              <a:endParaRPr lang="en-US" dirty="0"/>
            </a:p>
          </p:txBody>
        </p:sp>
        <p:sp>
          <p:nvSpPr>
            <p:cNvPr id="674" name="Freeform: Shape 673">
              <a:extLst>
                <a:ext uri="{FF2B5EF4-FFF2-40B4-BE49-F238E27FC236}">
                  <a16:creationId xmlns:a16="http://schemas.microsoft.com/office/drawing/2014/main" id="{4D99BDBF-544E-4799-882E-F0560BECC1E7}"/>
                </a:ext>
              </a:extLst>
            </p:cNvPr>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rtlCol="0" anchor="ctr"/>
            <a:lstStyle/>
            <a:p>
              <a:endParaRPr lang="en-US" dirty="0"/>
            </a:p>
          </p:txBody>
        </p:sp>
        <p:sp>
          <p:nvSpPr>
            <p:cNvPr id="675" name="Freeform: Shape 674">
              <a:extLst>
                <a:ext uri="{FF2B5EF4-FFF2-40B4-BE49-F238E27FC236}">
                  <a16:creationId xmlns:a16="http://schemas.microsoft.com/office/drawing/2014/main" id="{3BD441C6-EB70-4E7A-808D-0F1B70A3A3E2}"/>
                </a:ext>
              </a:extLst>
            </p:cNvPr>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rtlCol="0" anchor="ctr"/>
            <a:lstStyle/>
            <a:p>
              <a:endParaRPr lang="en-US" dirty="0"/>
            </a:p>
          </p:txBody>
        </p:sp>
        <p:sp>
          <p:nvSpPr>
            <p:cNvPr id="693" name="Freeform: Shape 692">
              <a:extLst>
                <a:ext uri="{FF2B5EF4-FFF2-40B4-BE49-F238E27FC236}">
                  <a16:creationId xmlns:a16="http://schemas.microsoft.com/office/drawing/2014/main" id="{AAC41EFD-4C88-45E3-A223-4037D72DA6D0}"/>
                </a:ext>
              </a:extLst>
            </p:cNvPr>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rtlCol="0" anchor="ctr"/>
            <a:lstStyle/>
            <a:p>
              <a:endParaRPr lang="en-US" dirty="0"/>
            </a:p>
          </p:txBody>
        </p:sp>
        <p:sp>
          <p:nvSpPr>
            <p:cNvPr id="694" name="Freeform: Shape 693">
              <a:extLst>
                <a:ext uri="{FF2B5EF4-FFF2-40B4-BE49-F238E27FC236}">
                  <a16:creationId xmlns:a16="http://schemas.microsoft.com/office/drawing/2014/main" id="{35E1C776-0A05-4AE5-B209-CCA5D7422557}"/>
                </a:ext>
              </a:extLst>
            </p:cNvPr>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rtlCol="0" anchor="ctr"/>
            <a:lstStyle/>
            <a:p>
              <a:endParaRPr lang="en-US" dirty="0"/>
            </a:p>
          </p:txBody>
        </p:sp>
        <p:sp>
          <p:nvSpPr>
            <p:cNvPr id="701" name="Freeform: Shape 700">
              <a:extLst>
                <a:ext uri="{FF2B5EF4-FFF2-40B4-BE49-F238E27FC236}">
                  <a16:creationId xmlns:a16="http://schemas.microsoft.com/office/drawing/2014/main" id="{0F941348-6D8F-4783-A2F1-B930F3F930F9}"/>
                </a:ext>
              </a:extLst>
            </p:cNvPr>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02" name="Freeform: Shape 701">
              <a:extLst>
                <a:ext uri="{FF2B5EF4-FFF2-40B4-BE49-F238E27FC236}">
                  <a16:creationId xmlns:a16="http://schemas.microsoft.com/office/drawing/2014/main" id="{80D40C5F-B081-4DE6-86FA-43B3EB016CCC}"/>
                </a:ext>
              </a:extLst>
            </p:cNvPr>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03" name="Freeform: Shape 702">
              <a:extLst>
                <a:ext uri="{FF2B5EF4-FFF2-40B4-BE49-F238E27FC236}">
                  <a16:creationId xmlns:a16="http://schemas.microsoft.com/office/drawing/2014/main" id="{909B4451-0F04-435A-B998-7A1BC9B457A3}"/>
                </a:ext>
              </a:extLst>
            </p:cNvPr>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704" name="Freeform: Shape 703">
              <a:extLst>
                <a:ext uri="{FF2B5EF4-FFF2-40B4-BE49-F238E27FC236}">
                  <a16:creationId xmlns:a16="http://schemas.microsoft.com/office/drawing/2014/main" id="{ABEE547E-08E0-41F3-AE96-F479A64E8954}"/>
                </a:ext>
              </a:extLst>
            </p:cNvPr>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cxn ang="0">
                  <a:pos x="connsiteX0" y="connsiteY0"/>
                </a:cxn>
                <a:cxn ang="0">
                  <a:pos x="connsiteX1" y="connsiteY1"/>
                </a:cxn>
                <a:cxn ang="0">
                  <a:pos x="connsiteX2" y="connsiteY2"/>
                </a:cxn>
                <a:cxn ang="0">
                  <a:pos x="connsiteX3" y="connsiteY3"/>
                </a:cxn>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rtlCol="0" anchor="ctr"/>
            <a:lstStyle/>
            <a:p>
              <a:endParaRPr lang="en-US" dirty="0"/>
            </a:p>
          </p:txBody>
        </p:sp>
        <p:sp>
          <p:nvSpPr>
            <p:cNvPr id="705" name="Freeform: Shape 704">
              <a:extLst>
                <a:ext uri="{FF2B5EF4-FFF2-40B4-BE49-F238E27FC236}">
                  <a16:creationId xmlns:a16="http://schemas.microsoft.com/office/drawing/2014/main" id="{54EEA97B-538B-4E20-B7A6-F750FF528304}"/>
                </a:ext>
              </a:extLst>
            </p:cNvPr>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706" name="Freeform: Shape 705">
              <a:extLst>
                <a:ext uri="{FF2B5EF4-FFF2-40B4-BE49-F238E27FC236}">
                  <a16:creationId xmlns:a16="http://schemas.microsoft.com/office/drawing/2014/main" id="{B461FD70-C730-4772-9C0D-A3DBEE295955}"/>
                </a:ext>
              </a:extLst>
            </p:cNvPr>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rtlCol="0" anchor="ctr"/>
            <a:lstStyle/>
            <a:p>
              <a:endParaRPr lang="en-US" dirty="0"/>
            </a:p>
          </p:txBody>
        </p:sp>
        <p:sp>
          <p:nvSpPr>
            <p:cNvPr id="707" name="Freeform: Shape 706">
              <a:extLst>
                <a:ext uri="{FF2B5EF4-FFF2-40B4-BE49-F238E27FC236}">
                  <a16:creationId xmlns:a16="http://schemas.microsoft.com/office/drawing/2014/main" id="{2A12B2EA-5B29-4E71-BE05-43E95C9F6AE2}"/>
                </a:ext>
              </a:extLst>
            </p:cNvPr>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rtlCol="0" anchor="ctr"/>
            <a:lstStyle/>
            <a:p>
              <a:endParaRPr lang="en-US" dirty="0"/>
            </a:p>
          </p:txBody>
        </p:sp>
        <p:sp>
          <p:nvSpPr>
            <p:cNvPr id="708" name="Freeform: Shape 707">
              <a:extLst>
                <a:ext uri="{FF2B5EF4-FFF2-40B4-BE49-F238E27FC236}">
                  <a16:creationId xmlns:a16="http://schemas.microsoft.com/office/drawing/2014/main" id="{949618D4-43B2-4C4E-82D6-09D3C6FF7EB4}"/>
                </a:ext>
              </a:extLst>
            </p:cNvPr>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rtlCol="0" anchor="ctr"/>
            <a:lstStyle/>
            <a:p>
              <a:endParaRPr lang="en-US" dirty="0"/>
            </a:p>
          </p:txBody>
        </p:sp>
        <p:sp>
          <p:nvSpPr>
            <p:cNvPr id="714" name="Freeform: Shape 713">
              <a:extLst>
                <a:ext uri="{FF2B5EF4-FFF2-40B4-BE49-F238E27FC236}">
                  <a16:creationId xmlns:a16="http://schemas.microsoft.com/office/drawing/2014/main" id="{2A9D05B7-39EA-4BC1-B9BF-34B3C71B4EDB}"/>
                </a:ext>
              </a:extLst>
            </p:cNvPr>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rtlCol="0" anchor="ctr"/>
            <a:lstStyle/>
            <a:p>
              <a:endParaRPr lang="en-US" dirty="0"/>
            </a:p>
          </p:txBody>
        </p:sp>
        <p:sp>
          <p:nvSpPr>
            <p:cNvPr id="715" name="Freeform: Shape 714">
              <a:extLst>
                <a:ext uri="{FF2B5EF4-FFF2-40B4-BE49-F238E27FC236}">
                  <a16:creationId xmlns:a16="http://schemas.microsoft.com/office/drawing/2014/main" id="{183C82C2-1DF9-445F-8AAC-4001E0F304D4}"/>
                </a:ext>
              </a:extLst>
            </p:cNvPr>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rtlCol="0" anchor="ctr"/>
            <a:lstStyle/>
            <a:p>
              <a:endParaRPr lang="en-US" dirty="0"/>
            </a:p>
          </p:txBody>
        </p:sp>
        <p:sp>
          <p:nvSpPr>
            <p:cNvPr id="716" name="Freeform: Shape 715">
              <a:extLst>
                <a:ext uri="{FF2B5EF4-FFF2-40B4-BE49-F238E27FC236}">
                  <a16:creationId xmlns:a16="http://schemas.microsoft.com/office/drawing/2014/main" id="{1DFCC81D-0F06-4C36-B7F7-8B0DF020A3FF}"/>
                </a:ext>
              </a:extLst>
            </p:cNvPr>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rtlCol="0" anchor="ctr"/>
            <a:lstStyle/>
            <a:p>
              <a:endParaRPr lang="en-US" dirty="0"/>
            </a:p>
          </p:txBody>
        </p:sp>
        <p:sp>
          <p:nvSpPr>
            <p:cNvPr id="717" name="Freeform: Shape 716">
              <a:extLst>
                <a:ext uri="{FF2B5EF4-FFF2-40B4-BE49-F238E27FC236}">
                  <a16:creationId xmlns:a16="http://schemas.microsoft.com/office/drawing/2014/main" id="{77DB7119-EAA1-4164-A8E2-48DCB639408E}"/>
                </a:ext>
              </a:extLst>
            </p:cNvPr>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rtlCol="0" anchor="ctr"/>
            <a:lstStyle/>
            <a:p>
              <a:endParaRPr lang="en-US" dirty="0"/>
            </a:p>
          </p:txBody>
        </p:sp>
        <p:sp>
          <p:nvSpPr>
            <p:cNvPr id="718" name="Freeform: Shape 717">
              <a:extLst>
                <a:ext uri="{FF2B5EF4-FFF2-40B4-BE49-F238E27FC236}">
                  <a16:creationId xmlns:a16="http://schemas.microsoft.com/office/drawing/2014/main" id="{0A9BE9E3-A008-4D5A-AE7A-BD5F6105228E}"/>
                </a:ext>
              </a:extLst>
            </p:cNvPr>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rtlCol="0" anchor="ctr"/>
            <a:lstStyle/>
            <a:p>
              <a:endParaRPr lang="en-US" dirty="0"/>
            </a:p>
          </p:txBody>
        </p:sp>
        <p:sp>
          <p:nvSpPr>
            <p:cNvPr id="719" name="Freeform: Shape 718">
              <a:extLst>
                <a:ext uri="{FF2B5EF4-FFF2-40B4-BE49-F238E27FC236}">
                  <a16:creationId xmlns:a16="http://schemas.microsoft.com/office/drawing/2014/main" id="{7C4CBCDE-5C4B-48FF-B565-4594B564EA27}"/>
                </a:ext>
              </a:extLst>
            </p:cNvPr>
            <p:cNvSpPr/>
            <p:nvPr/>
          </p:nvSpPr>
          <p:spPr>
            <a:xfrm>
              <a:off x="5828804" y="1080097"/>
              <a:ext cx="56" cy="112"/>
            </a:xfrm>
            <a:custGeom>
              <a:avLst/>
              <a:gdLst>
                <a:gd name="connsiteX0" fmla="*/ 56 w 56"/>
                <a:gd name="connsiteY0" fmla="*/ 0 h 112"/>
                <a:gd name="connsiteX1" fmla="*/ 56 w 56"/>
                <a:gd name="connsiteY1" fmla="*/ 0 h 112"/>
              </a:gdLst>
              <a:ahLst/>
              <a:cxnLst>
                <a:cxn ang="0">
                  <a:pos x="connsiteX0" y="connsiteY0"/>
                </a:cxn>
                <a:cxn ang="0">
                  <a:pos x="connsiteX1" y="connsiteY1"/>
                </a:cxn>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720" name="Freeform: Shape 719">
              <a:extLst>
                <a:ext uri="{FF2B5EF4-FFF2-40B4-BE49-F238E27FC236}">
                  <a16:creationId xmlns:a16="http://schemas.microsoft.com/office/drawing/2014/main" id="{945CC8B0-9DA6-4453-8238-3C7B940C3745}"/>
                </a:ext>
              </a:extLst>
            </p:cNvPr>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rtlCol="0" anchor="ctr"/>
            <a:lstStyle/>
            <a:p>
              <a:endParaRPr lang="en-US" dirty="0"/>
            </a:p>
          </p:txBody>
        </p:sp>
        <p:sp>
          <p:nvSpPr>
            <p:cNvPr id="721" name="Freeform: Shape 720">
              <a:extLst>
                <a:ext uri="{FF2B5EF4-FFF2-40B4-BE49-F238E27FC236}">
                  <a16:creationId xmlns:a16="http://schemas.microsoft.com/office/drawing/2014/main" id="{9A994E7B-10AF-484C-ADFA-C14261C5A163}"/>
                </a:ext>
              </a:extLst>
            </p:cNvPr>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rtlCol="0" anchor="ctr"/>
            <a:lstStyle/>
            <a:p>
              <a:endParaRPr lang="en-US" dirty="0"/>
            </a:p>
          </p:txBody>
        </p:sp>
        <p:sp>
          <p:nvSpPr>
            <p:cNvPr id="722" name="Freeform: Shape 721">
              <a:extLst>
                <a:ext uri="{FF2B5EF4-FFF2-40B4-BE49-F238E27FC236}">
                  <a16:creationId xmlns:a16="http://schemas.microsoft.com/office/drawing/2014/main" id="{44B5B517-A8E4-480F-AB6E-72F4080C9C5B}"/>
                </a:ext>
              </a:extLst>
            </p:cNvPr>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rtlCol="0" anchor="ctr"/>
            <a:lstStyle/>
            <a:p>
              <a:endParaRPr lang="en-US" dirty="0"/>
            </a:p>
          </p:txBody>
        </p:sp>
        <p:sp>
          <p:nvSpPr>
            <p:cNvPr id="723" name="Freeform: Shape 722">
              <a:extLst>
                <a:ext uri="{FF2B5EF4-FFF2-40B4-BE49-F238E27FC236}">
                  <a16:creationId xmlns:a16="http://schemas.microsoft.com/office/drawing/2014/main" id="{DEEC75BB-7248-482B-BBA2-540E689472A9}"/>
                </a:ext>
              </a:extLst>
            </p:cNvPr>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cxn ang="0">
                  <a:pos x="connsiteX0" y="connsiteY0"/>
                </a:cxn>
                <a:cxn ang="0">
                  <a:pos x="connsiteX1" y="connsiteY1"/>
                </a:cxn>
                <a:cxn ang="0">
                  <a:pos x="connsiteX2" y="connsiteY2"/>
                </a:cxn>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rtlCol="0" anchor="ctr"/>
            <a:lstStyle/>
            <a:p>
              <a:endParaRPr lang="en-US" dirty="0"/>
            </a:p>
          </p:txBody>
        </p:sp>
        <p:sp>
          <p:nvSpPr>
            <p:cNvPr id="724" name="Freeform: Shape 723">
              <a:extLst>
                <a:ext uri="{FF2B5EF4-FFF2-40B4-BE49-F238E27FC236}">
                  <a16:creationId xmlns:a16="http://schemas.microsoft.com/office/drawing/2014/main" id="{1492BD59-30C8-422F-A12B-B95C823D1B27}"/>
                </a:ext>
              </a:extLst>
            </p:cNvPr>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rtlCol="0" anchor="ctr"/>
            <a:lstStyle/>
            <a:p>
              <a:endParaRPr lang="en-US" dirty="0"/>
            </a:p>
          </p:txBody>
        </p:sp>
        <p:sp>
          <p:nvSpPr>
            <p:cNvPr id="725" name="Freeform: Shape 724">
              <a:extLst>
                <a:ext uri="{FF2B5EF4-FFF2-40B4-BE49-F238E27FC236}">
                  <a16:creationId xmlns:a16="http://schemas.microsoft.com/office/drawing/2014/main" id="{142A60C0-8D69-44A2-9609-0CFFCA9E6D93}"/>
                </a:ext>
              </a:extLst>
            </p:cNvPr>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rtlCol="0" anchor="ctr"/>
            <a:lstStyle/>
            <a:p>
              <a:endParaRPr lang="en-US" dirty="0"/>
            </a:p>
          </p:txBody>
        </p:sp>
        <p:sp>
          <p:nvSpPr>
            <p:cNvPr id="726" name="Freeform: Shape 725">
              <a:extLst>
                <a:ext uri="{FF2B5EF4-FFF2-40B4-BE49-F238E27FC236}">
                  <a16:creationId xmlns:a16="http://schemas.microsoft.com/office/drawing/2014/main" id="{1DE00E54-98AC-4A3F-B0E3-992AA7214A8D}"/>
                </a:ext>
              </a:extLst>
            </p:cNvPr>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rtlCol="0" anchor="ctr"/>
            <a:lstStyle/>
            <a:p>
              <a:endParaRPr lang="en-US" dirty="0"/>
            </a:p>
          </p:txBody>
        </p:sp>
        <p:sp>
          <p:nvSpPr>
            <p:cNvPr id="727" name="Freeform: Shape 726">
              <a:extLst>
                <a:ext uri="{FF2B5EF4-FFF2-40B4-BE49-F238E27FC236}">
                  <a16:creationId xmlns:a16="http://schemas.microsoft.com/office/drawing/2014/main" id="{26AC623A-4A38-4F2C-B722-407D2A0CD891}"/>
                </a:ext>
              </a:extLst>
            </p:cNvPr>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rtlCol="0" anchor="ctr"/>
            <a:lstStyle/>
            <a:p>
              <a:endParaRPr lang="en-US" dirty="0"/>
            </a:p>
          </p:txBody>
        </p:sp>
        <p:sp>
          <p:nvSpPr>
            <p:cNvPr id="728" name="Freeform: Shape 727">
              <a:extLst>
                <a:ext uri="{FF2B5EF4-FFF2-40B4-BE49-F238E27FC236}">
                  <a16:creationId xmlns:a16="http://schemas.microsoft.com/office/drawing/2014/main" id="{2088FE65-24AD-4FFF-B5AF-CAB60B00F579}"/>
                </a:ext>
              </a:extLst>
            </p:cNvPr>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rtlCol="0" anchor="ctr"/>
            <a:lstStyle/>
            <a:p>
              <a:endParaRPr lang="en-US" dirty="0"/>
            </a:p>
          </p:txBody>
        </p:sp>
        <p:sp>
          <p:nvSpPr>
            <p:cNvPr id="729" name="Freeform: Shape 728">
              <a:extLst>
                <a:ext uri="{FF2B5EF4-FFF2-40B4-BE49-F238E27FC236}">
                  <a16:creationId xmlns:a16="http://schemas.microsoft.com/office/drawing/2014/main" id="{C18496C0-DEAD-4355-A064-105D4855579B}"/>
                </a:ext>
              </a:extLst>
            </p:cNvPr>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rtlCol="0" anchor="ctr"/>
            <a:lstStyle/>
            <a:p>
              <a:endParaRPr lang="en-US" dirty="0"/>
            </a:p>
          </p:txBody>
        </p:sp>
        <p:sp>
          <p:nvSpPr>
            <p:cNvPr id="730" name="Freeform: Shape 729">
              <a:extLst>
                <a:ext uri="{FF2B5EF4-FFF2-40B4-BE49-F238E27FC236}">
                  <a16:creationId xmlns:a16="http://schemas.microsoft.com/office/drawing/2014/main" id="{EB7CFA7B-91F3-40C8-B98F-5911D71F4E4E}"/>
                </a:ext>
              </a:extLst>
            </p:cNvPr>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rtlCol="0" anchor="ctr"/>
            <a:lstStyle/>
            <a:p>
              <a:endParaRPr lang="en-US" dirty="0"/>
            </a:p>
          </p:txBody>
        </p:sp>
        <p:sp>
          <p:nvSpPr>
            <p:cNvPr id="731" name="Freeform: Shape 730">
              <a:extLst>
                <a:ext uri="{FF2B5EF4-FFF2-40B4-BE49-F238E27FC236}">
                  <a16:creationId xmlns:a16="http://schemas.microsoft.com/office/drawing/2014/main" id="{4E7BA0FF-AB2A-4D81-95FF-DF5070D04B7A}"/>
                </a:ext>
              </a:extLst>
            </p:cNvPr>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rtlCol="0" anchor="ctr"/>
            <a:lstStyle/>
            <a:p>
              <a:endParaRPr lang="en-US" dirty="0"/>
            </a:p>
          </p:txBody>
        </p:sp>
        <p:sp>
          <p:nvSpPr>
            <p:cNvPr id="732" name="Freeform: Shape 731">
              <a:extLst>
                <a:ext uri="{FF2B5EF4-FFF2-40B4-BE49-F238E27FC236}">
                  <a16:creationId xmlns:a16="http://schemas.microsoft.com/office/drawing/2014/main" id="{F9BF2A24-1BAC-43F3-9C92-344CCA2FF239}"/>
                </a:ext>
              </a:extLst>
            </p:cNvPr>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rtlCol="0" anchor="ctr"/>
            <a:lstStyle/>
            <a:p>
              <a:endParaRPr lang="en-US" dirty="0"/>
            </a:p>
          </p:txBody>
        </p:sp>
        <p:sp>
          <p:nvSpPr>
            <p:cNvPr id="735" name="Freeform: Shape 734">
              <a:extLst>
                <a:ext uri="{FF2B5EF4-FFF2-40B4-BE49-F238E27FC236}">
                  <a16:creationId xmlns:a16="http://schemas.microsoft.com/office/drawing/2014/main" id="{66D04349-AD2D-4631-B8BF-E311C86FFC7B}"/>
                </a:ext>
              </a:extLst>
            </p:cNvPr>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rtlCol="0" anchor="ctr"/>
            <a:lstStyle/>
            <a:p>
              <a:endParaRPr lang="en-US" dirty="0"/>
            </a:p>
          </p:txBody>
        </p:sp>
        <p:sp>
          <p:nvSpPr>
            <p:cNvPr id="736" name="Freeform: Shape 735">
              <a:extLst>
                <a:ext uri="{FF2B5EF4-FFF2-40B4-BE49-F238E27FC236}">
                  <a16:creationId xmlns:a16="http://schemas.microsoft.com/office/drawing/2014/main" id="{BDA53237-8FFC-4DAD-BD59-6604DA1E09B8}"/>
                </a:ext>
              </a:extLst>
            </p:cNvPr>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rtlCol="0" anchor="ctr"/>
            <a:lstStyle/>
            <a:p>
              <a:endParaRPr lang="en-US" dirty="0"/>
            </a:p>
          </p:txBody>
        </p:sp>
        <p:sp>
          <p:nvSpPr>
            <p:cNvPr id="787" name="Freeform 786">
              <a:extLst>
                <a:ext uri="{FF2B5EF4-FFF2-40B4-BE49-F238E27FC236}">
                  <a16:creationId xmlns:a16="http://schemas.microsoft.com/office/drawing/2014/main" id="{590AA2E1-0474-EB08-6589-3593E4C77CB1}"/>
                </a:ext>
              </a:extLst>
            </p:cNvPr>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51" name="Freeform: Shape 750">
              <a:extLst>
                <a:ext uri="{FF2B5EF4-FFF2-40B4-BE49-F238E27FC236}">
                  <a16:creationId xmlns:a16="http://schemas.microsoft.com/office/drawing/2014/main" id="{FD054846-01C8-4BBA-B082-7E9B2A75BB9F}"/>
                </a:ext>
              </a:extLst>
            </p:cNvPr>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52" name="Freeform: Shape 751">
              <a:extLst>
                <a:ext uri="{FF2B5EF4-FFF2-40B4-BE49-F238E27FC236}">
                  <a16:creationId xmlns:a16="http://schemas.microsoft.com/office/drawing/2014/main" id="{C7847FD4-6269-47ED-89AF-C458AC0E5E88}"/>
                </a:ext>
              </a:extLst>
            </p:cNvPr>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rtlCol="0" anchor="ctr"/>
            <a:lstStyle/>
            <a:p>
              <a:endParaRPr lang="en-US" dirty="0"/>
            </a:p>
          </p:txBody>
        </p:sp>
        <p:sp>
          <p:nvSpPr>
            <p:cNvPr id="753" name="Freeform: Shape 752">
              <a:extLst>
                <a:ext uri="{FF2B5EF4-FFF2-40B4-BE49-F238E27FC236}">
                  <a16:creationId xmlns:a16="http://schemas.microsoft.com/office/drawing/2014/main" id="{64B7AEA1-440F-4EA8-8099-581A06416A77}"/>
                </a:ext>
              </a:extLst>
            </p:cNvPr>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rtlCol="0" anchor="ctr"/>
            <a:lstStyle/>
            <a:p>
              <a:endParaRPr lang="en-US" dirty="0"/>
            </a:p>
          </p:txBody>
        </p:sp>
        <p:sp>
          <p:nvSpPr>
            <p:cNvPr id="754" name="Freeform: Shape 753">
              <a:extLst>
                <a:ext uri="{FF2B5EF4-FFF2-40B4-BE49-F238E27FC236}">
                  <a16:creationId xmlns:a16="http://schemas.microsoft.com/office/drawing/2014/main" id="{0B0085C4-6E0D-4395-8AEA-621DC4AB11BD}"/>
                </a:ext>
              </a:extLst>
            </p:cNvPr>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55" name="Freeform: Shape 754">
              <a:extLst>
                <a:ext uri="{FF2B5EF4-FFF2-40B4-BE49-F238E27FC236}">
                  <a16:creationId xmlns:a16="http://schemas.microsoft.com/office/drawing/2014/main" id="{FBDF651E-537F-40B3-8F4F-4AEC1BAEC4B0}"/>
                </a:ext>
              </a:extLst>
            </p:cNvPr>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rtlCol="0" anchor="ctr"/>
            <a:lstStyle/>
            <a:p>
              <a:endParaRPr lang="en-US" dirty="0"/>
            </a:p>
          </p:txBody>
        </p:sp>
        <p:sp>
          <p:nvSpPr>
            <p:cNvPr id="814" name="Freeform 813">
              <a:extLst>
                <a:ext uri="{FF2B5EF4-FFF2-40B4-BE49-F238E27FC236}">
                  <a16:creationId xmlns:a16="http://schemas.microsoft.com/office/drawing/2014/main" id="{EC028D00-36CF-FFB5-08EF-4C1A78592E51}"/>
                </a:ext>
              </a:extLst>
            </p:cNvPr>
            <p:cNvSpPr/>
            <p:nvPr userDrawn="1"/>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64" name="Freeform: Shape 763">
              <a:extLst>
                <a:ext uri="{FF2B5EF4-FFF2-40B4-BE49-F238E27FC236}">
                  <a16:creationId xmlns:a16="http://schemas.microsoft.com/office/drawing/2014/main" id="{BAB207BB-8243-47FD-BE62-62478D7B6416}"/>
                </a:ext>
              </a:extLst>
            </p:cNvPr>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rtlCol="0" anchor="ctr"/>
            <a:lstStyle/>
            <a:p>
              <a:endParaRPr lang="en-US" dirty="0"/>
            </a:p>
          </p:txBody>
        </p:sp>
        <p:sp>
          <p:nvSpPr>
            <p:cNvPr id="765" name="Freeform: Shape 764">
              <a:extLst>
                <a:ext uri="{FF2B5EF4-FFF2-40B4-BE49-F238E27FC236}">
                  <a16:creationId xmlns:a16="http://schemas.microsoft.com/office/drawing/2014/main" id="{08D4CF98-F3E0-42EE-8BD2-546342DC4119}"/>
                </a:ext>
              </a:extLst>
            </p:cNvPr>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rtlCol="0" anchor="ctr"/>
            <a:lstStyle/>
            <a:p>
              <a:endParaRPr lang="en-US" dirty="0"/>
            </a:p>
          </p:txBody>
        </p:sp>
        <p:sp>
          <p:nvSpPr>
            <p:cNvPr id="766" name="Freeform: Shape 765">
              <a:extLst>
                <a:ext uri="{FF2B5EF4-FFF2-40B4-BE49-F238E27FC236}">
                  <a16:creationId xmlns:a16="http://schemas.microsoft.com/office/drawing/2014/main" id="{8CA05530-47BE-49E0-AB90-D694BEAAB189}"/>
                </a:ext>
              </a:extLst>
            </p:cNvPr>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rtlCol="0" anchor="ctr"/>
            <a:lstStyle/>
            <a:p>
              <a:endParaRPr lang="en-US" dirty="0"/>
            </a:p>
          </p:txBody>
        </p:sp>
        <p:sp>
          <p:nvSpPr>
            <p:cNvPr id="767" name="Freeform: Shape 766">
              <a:extLst>
                <a:ext uri="{FF2B5EF4-FFF2-40B4-BE49-F238E27FC236}">
                  <a16:creationId xmlns:a16="http://schemas.microsoft.com/office/drawing/2014/main" id="{9BCBCFF9-1CA2-4448-807B-27D1448C457F}"/>
                </a:ext>
              </a:extLst>
            </p:cNvPr>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rtlCol="0" anchor="ctr"/>
            <a:lstStyle/>
            <a:p>
              <a:endParaRPr lang="en-US" dirty="0"/>
            </a:p>
          </p:txBody>
        </p:sp>
        <p:sp>
          <p:nvSpPr>
            <p:cNvPr id="768" name="Freeform: Shape 767">
              <a:extLst>
                <a:ext uri="{FF2B5EF4-FFF2-40B4-BE49-F238E27FC236}">
                  <a16:creationId xmlns:a16="http://schemas.microsoft.com/office/drawing/2014/main" id="{265774CC-696B-445B-AA4C-F38CFC9B63CE}"/>
                </a:ext>
              </a:extLst>
            </p:cNvPr>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rtlCol="0" anchor="ctr"/>
            <a:lstStyle/>
            <a:p>
              <a:endParaRPr lang="en-US" dirty="0"/>
            </a:p>
          </p:txBody>
        </p:sp>
        <p:sp>
          <p:nvSpPr>
            <p:cNvPr id="771" name="Freeform: Shape 770">
              <a:extLst>
                <a:ext uri="{FF2B5EF4-FFF2-40B4-BE49-F238E27FC236}">
                  <a16:creationId xmlns:a16="http://schemas.microsoft.com/office/drawing/2014/main" id="{B046EE65-8231-4BDE-B3A5-FAD8D3A14A81}"/>
                </a:ext>
              </a:extLst>
            </p:cNvPr>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rtlCol="0" anchor="ctr"/>
            <a:lstStyle/>
            <a:p>
              <a:endParaRPr lang="en-US" dirty="0"/>
            </a:p>
          </p:txBody>
        </p:sp>
        <p:sp>
          <p:nvSpPr>
            <p:cNvPr id="772" name="Freeform: Shape 771">
              <a:extLst>
                <a:ext uri="{FF2B5EF4-FFF2-40B4-BE49-F238E27FC236}">
                  <a16:creationId xmlns:a16="http://schemas.microsoft.com/office/drawing/2014/main" id="{4C10230A-092E-4BDD-9BAF-E57D2664D0E6}"/>
                </a:ext>
              </a:extLst>
            </p:cNvPr>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591659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000" b="1">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5" r:id="rId3"/>
    <p:sldLayoutId id="2147483696"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651" r:id="rId13"/>
  </p:sldLayoutIdLst>
  <p:hf hdr="0" ftr="0" dt="0"/>
  <p:txStyles>
    <p:titleStyle>
      <a:lvl1pPr algn="l" defTabSz="914400" rtl="0" eaLnBrk="1" latinLnBrk="0" hangingPunct="1">
        <a:lnSpc>
          <a:spcPct val="90000"/>
        </a:lnSpc>
        <a:spcBef>
          <a:spcPct val="0"/>
        </a:spcBef>
        <a:buNone/>
        <a:defRPr sz="38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1920" userDrawn="1">
          <p15:clr>
            <a:srgbClr val="F26B43"/>
          </p15:clr>
        </p15:guide>
        <p15:guide id="3" pos="5760" userDrawn="1">
          <p15:clr>
            <a:srgbClr val="F26B43"/>
          </p15:clr>
        </p15:guide>
        <p15:guide id="4" pos="7104" userDrawn="1">
          <p15:clr>
            <a:srgbClr val="C35EA4"/>
          </p15:clr>
        </p15:guide>
        <p15:guide id="5" pos="576" userDrawn="1">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https://query.wikidata.org/sparql" TargetMode="External"/><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customXml" Target="../ink/ink3.xml"/><Relationship Id="rId4" Type="http://schemas.openxmlformats.org/officeDocument/2006/relationships/customXml" Target="../ink/ink2.xml"/></Relationships>
</file>

<file path=ppt/slides/_rels/slide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E0BCE3-7A85-71CE-E027-A8E454AF1454}"/>
              </a:ext>
            </a:extLst>
          </p:cNvPr>
          <p:cNvSpPr>
            <a:spLocks noGrp="1"/>
          </p:cNvSpPr>
          <p:nvPr>
            <p:ph type="ctrTitle"/>
          </p:nvPr>
        </p:nvSpPr>
        <p:spPr>
          <a:xfrm>
            <a:off x="3352800" y="-364763"/>
            <a:ext cx="8652388" cy="3056343"/>
          </a:xfrm>
        </p:spPr>
        <p:txBody>
          <a:bodyPr/>
          <a:lstStyle/>
          <a:p>
            <a:pPr algn="ctr"/>
            <a:r>
              <a:rPr lang="it-IT" dirty="0"/>
              <a:t>Predicția stilului de pictură al operelor artistice</a:t>
            </a:r>
            <a:endParaRPr lang="en-US" dirty="0"/>
          </a:p>
        </p:txBody>
      </p:sp>
      <p:sp>
        <p:nvSpPr>
          <p:cNvPr id="2" name="TextBox 1">
            <a:extLst>
              <a:ext uri="{FF2B5EF4-FFF2-40B4-BE49-F238E27FC236}">
                <a16:creationId xmlns:a16="http://schemas.microsoft.com/office/drawing/2014/main" id="{466DC013-DB68-1A60-08E1-F7D867BA6AD6}"/>
              </a:ext>
            </a:extLst>
          </p:cNvPr>
          <p:cNvSpPr txBox="1"/>
          <p:nvPr/>
        </p:nvSpPr>
        <p:spPr>
          <a:xfrm>
            <a:off x="9153832" y="4761595"/>
            <a:ext cx="3165987" cy="400110"/>
          </a:xfrm>
          <a:prstGeom prst="rect">
            <a:avLst/>
          </a:prstGeom>
          <a:noFill/>
        </p:spPr>
        <p:txBody>
          <a:bodyPr wrap="square" rtlCol="0">
            <a:spAutoFit/>
          </a:bodyPr>
          <a:lstStyle/>
          <a:p>
            <a:r>
              <a:rPr lang="en-GB" sz="2000" b="1" dirty="0" err="1"/>
              <a:t>Glodea</a:t>
            </a:r>
            <a:r>
              <a:rPr lang="en-GB" sz="2000" b="1" dirty="0"/>
              <a:t> Eusebiu</a:t>
            </a:r>
            <a:endParaRPr lang="en-US" sz="2000" b="1" dirty="0"/>
          </a:p>
        </p:txBody>
      </p:sp>
    </p:spTree>
    <p:extLst>
      <p:ext uri="{BB962C8B-B14F-4D97-AF65-F5344CB8AC3E}">
        <p14:creationId xmlns:p14="http://schemas.microsoft.com/office/powerpoint/2010/main" val="954410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CC4BFC4-A9BD-BD17-4060-F23CC3D0E262}"/>
              </a:ext>
            </a:extLst>
          </p:cNvPr>
          <p:cNvSpPr>
            <a:spLocks noGrp="1"/>
          </p:cNvSpPr>
          <p:nvPr>
            <p:ph type="body" sz="quarter" idx="13"/>
          </p:nvPr>
        </p:nvSpPr>
        <p:spPr>
          <a:xfrm>
            <a:off x="6140388" y="3104831"/>
            <a:ext cx="5580586" cy="2197590"/>
          </a:xfrm>
        </p:spPr>
        <p:txBody>
          <a:bodyPr>
            <a:normAutofit fontScale="77500" lnSpcReduction="20000"/>
          </a:bodyPr>
          <a:lstStyle/>
          <a:p>
            <a:pPr marL="457200" indent="-457200">
              <a:buFont typeface="Arial" panose="020B0604020202020204" pitchFamily="34" charset="0"/>
              <a:buChar char="•"/>
            </a:pPr>
            <a:r>
              <a:rPr lang="en-US" dirty="0" err="1"/>
              <a:t>Proiectul</a:t>
            </a:r>
            <a:r>
              <a:rPr lang="en-US" dirty="0"/>
              <a:t> </a:t>
            </a:r>
            <a:r>
              <a:rPr lang="ro-RO" dirty="0"/>
              <a:t>își propune să creeze un set de date care să conțină un număr considerabil de lucrări artistice</a:t>
            </a:r>
            <a:endParaRPr lang="en-US" dirty="0"/>
          </a:p>
          <a:p>
            <a:pPr marL="457200" indent="-457200">
              <a:buFont typeface="Arial" panose="020B0604020202020204" pitchFamily="34" charset="0"/>
              <a:buChar char="•"/>
            </a:pPr>
            <a:r>
              <a:rPr lang="ro-RO" dirty="0"/>
              <a:t>Mai departe, setul de date va fi utilizat pentru a antrena o serie de algoritmi de clasificare </a:t>
            </a:r>
            <a:endParaRPr lang="en-US" dirty="0"/>
          </a:p>
          <a:p>
            <a:endParaRPr lang="en-US" dirty="0"/>
          </a:p>
        </p:txBody>
      </p:sp>
      <p:sp>
        <p:nvSpPr>
          <p:cNvPr id="4" name="Title 1">
            <a:extLst>
              <a:ext uri="{FF2B5EF4-FFF2-40B4-BE49-F238E27FC236}">
                <a16:creationId xmlns:a16="http://schemas.microsoft.com/office/drawing/2014/main" id="{56324F82-B761-29CC-3C7A-C76885308C19}"/>
              </a:ext>
            </a:extLst>
          </p:cNvPr>
          <p:cNvSpPr>
            <a:spLocks noGrp="1"/>
          </p:cNvSpPr>
          <p:nvPr>
            <p:ph type="title"/>
          </p:nvPr>
        </p:nvSpPr>
        <p:spPr>
          <a:xfrm>
            <a:off x="6109694" y="-1161333"/>
            <a:ext cx="5641975" cy="3317875"/>
          </a:xfrm>
        </p:spPr>
        <p:txBody>
          <a:bodyPr/>
          <a:lstStyle/>
          <a:p>
            <a:r>
              <a:rPr lang="en-US" dirty="0" err="1"/>
              <a:t>Ideea</a:t>
            </a:r>
            <a:r>
              <a:rPr lang="en-US" dirty="0"/>
              <a:t> </a:t>
            </a:r>
            <a:r>
              <a:rPr lang="en-US" dirty="0" err="1"/>
              <a:t>Proiectului</a:t>
            </a:r>
            <a:endParaRPr lang="en-ZA" dirty="0"/>
          </a:p>
        </p:txBody>
      </p:sp>
    </p:spTree>
    <p:extLst>
      <p:ext uri="{BB962C8B-B14F-4D97-AF65-F5344CB8AC3E}">
        <p14:creationId xmlns:p14="http://schemas.microsoft.com/office/powerpoint/2010/main" val="2844252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7CBDE0B-97B0-9576-BDF3-5109F4E67C44}"/>
              </a:ext>
            </a:extLst>
          </p:cNvPr>
          <p:cNvSpPr>
            <a:spLocks noGrp="1"/>
          </p:cNvSpPr>
          <p:nvPr>
            <p:ph type="title"/>
          </p:nvPr>
        </p:nvSpPr>
        <p:spPr>
          <a:xfrm>
            <a:off x="931016" y="-1933385"/>
            <a:ext cx="5775656" cy="3284932"/>
          </a:xfrm>
        </p:spPr>
        <p:txBody>
          <a:bodyPr/>
          <a:lstStyle/>
          <a:p>
            <a:r>
              <a:rPr lang="ro-RO" dirty="0"/>
              <a:t>De ce?</a:t>
            </a:r>
            <a:endParaRPr lang="en-US" dirty="0"/>
          </a:p>
        </p:txBody>
      </p:sp>
      <p:sp>
        <p:nvSpPr>
          <p:cNvPr id="10" name="Text Placeholder 2">
            <a:extLst>
              <a:ext uri="{FF2B5EF4-FFF2-40B4-BE49-F238E27FC236}">
                <a16:creationId xmlns:a16="http://schemas.microsoft.com/office/drawing/2014/main" id="{09A1B588-3B7C-914A-25E3-C33C32F6AFF6}"/>
              </a:ext>
            </a:extLst>
          </p:cNvPr>
          <p:cNvSpPr>
            <a:spLocks noGrp="1"/>
          </p:cNvSpPr>
          <p:nvPr>
            <p:ph type="body" sz="quarter" idx="13"/>
          </p:nvPr>
        </p:nvSpPr>
        <p:spPr>
          <a:xfrm>
            <a:off x="822861" y="1774101"/>
            <a:ext cx="5794248" cy="3899112"/>
          </a:xfrm>
        </p:spPr>
        <p:txBody>
          <a:bodyPr>
            <a:normAutofit/>
          </a:bodyPr>
          <a:lstStyle/>
          <a:p>
            <a:pPr marL="342900" indent="-342900">
              <a:buFont typeface="Arial" panose="020B0604020202020204" pitchFamily="34" charset="0"/>
              <a:buChar char="•"/>
            </a:pPr>
            <a:r>
              <a:rPr lang="ro-RO" dirty="0"/>
              <a:t>Proiectul simulează arhiva digitală a unui muzeu, iar aplicarea unor algoritmi de clasificare poate ajuta la identificarea și organizarea mai ușoară a colecțiilor din arhivă</a:t>
            </a:r>
          </a:p>
          <a:p>
            <a:endParaRPr lang="ro-RO" dirty="0"/>
          </a:p>
          <a:p>
            <a:pPr marL="342900" indent="-342900">
              <a:buFont typeface="Arial" panose="020B0604020202020204" pitchFamily="34" charset="0"/>
              <a:buChar char="•"/>
            </a:pPr>
            <a:r>
              <a:rPr lang="ro-RO" dirty="0"/>
              <a:t>Poate ajuta experți în domeniu să identifice cu ușurință artistul sau perioada în care a fost realizată o pictură de origine neclară, pe baza tehnicilor folosite</a:t>
            </a:r>
            <a:endParaRPr lang="en-US" dirty="0"/>
          </a:p>
        </p:txBody>
      </p:sp>
    </p:spTree>
    <p:extLst>
      <p:ext uri="{BB962C8B-B14F-4D97-AF65-F5344CB8AC3E}">
        <p14:creationId xmlns:p14="http://schemas.microsoft.com/office/powerpoint/2010/main" val="600539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0870A-EBCD-13FC-D1A2-49C555C48170}"/>
              </a:ext>
            </a:extLst>
          </p:cNvPr>
          <p:cNvSpPr>
            <a:spLocks noGrp="1"/>
          </p:cNvSpPr>
          <p:nvPr>
            <p:ph type="title"/>
          </p:nvPr>
        </p:nvSpPr>
        <p:spPr>
          <a:xfrm>
            <a:off x="-2433864" y="1040748"/>
            <a:ext cx="10515600" cy="1299411"/>
          </a:xfrm>
        </p:spPr>
        <p:txBody>
          <a:bodyPr anchor="b">
            <a:normAutofit/>
          </a:bodyPr>
          <a:lstStyle/>
          <a:p>
            <a:pPr algn="ctr"/>
            <a:r>
              <a:rPr lang="ro-RO" sz="4000" dirty="0"/>
              <a:t>Setul de date</a:t>
            </a:r>
            <a:endParaRPr lang="en-US" sz="4000" dirty="0"/>
          </a:p>
        </p:txBody>
      </p:sp>
      <p:sp>
        <p:nvSpPr>
          <p:cNvPr id="7" name="Text Placeholder 6">
            <a:extLst>
              <a:ext uri="{FF2B5EF4-FFF2-40B4-BE49-F238E27FC236}">
                <a16:creationId xmlns:a16="http://schemas.microsoft.com/office/drawing/2014/main" id="{70B4EC43-20C2-1DA5-646B-B8D26CF7D003}"/>
              </a:ext>
            </a:extLst>
          </p:cNvPr>
          <p:cNvSpPr>
            <a:spLocks noGrp="1"/>
          </p:cNvSpPr>
          <p:nvPr>
            <p:ph sz="quarter" idx="4294967295"/>
          </p:nvPr>
        </p:nvSpPr>
        <p:spPr>
          <a:xfrm>
            <a:off x="700282" y="2574925"/>
            <a:ext cx="6192837" cy="1708150"/>
          </a:xfrm>
        </p:spPr>
        <p:txBody>
          <a:bodyPr>
            <a:normAutofit lnSpcReduction="10000"/>
          </a:bodyPr>
          <a:lstStyle/>
          <a:p>
            <a:r>
              <a:rPr lang="ro-RO" sz="2000" dirty="0"/>
              <a:t>Conține aproximativ 1300 de intrări</a:t>
            </a:r>
            <a:endParaRPr lang="en-US" sz="2000" dirty="0"/>
          </a:p>
          <a:p>
            <a:r>
              <a:rPr lang="ro-RO" sz="2000" dirty="0"/>
              <a:t>10 feature-uri care au detalii semnificative despre fiecare pictură</a:t>
            </a:r>
            <a:endParaRPr lang="en-GB" sz="2000" dirty="0"/>
          </a:p>
          <a:p>
            <a:r>
              <a:rPr lang="en-GB" sz="2000" dirty="0"/>
              <a:t>title, </a:t>
            </a:r>
            <a:r>
              <a:rPr lang="en-GB" sz="2000" dirty="0" err="1"/>
              <a:t>image_url</a:t>
            </a:r>
            <a:r>
              <a:rPr lang="en-GB" sz="2000" dirty="0"/>
              <a:t>, artist, year, medium, collection, </a:t>
            </a:r>
            <a:r>
              <a:rPr lang="en-GB" sz="2000" dirty="0" err="1"/>
              <a:t>current_location</a:t>
            </a:r>
            <a:r>
              <a:rPr lang="en-GB" sz="2000" dirty="0"/>
              <a:t>, </a:t>
            </a:r>
            <a:r>
              <a:rPr lang="en-GB" sz="2000" dirty="0" err="1"/>
              <a:t>creation_location</a:t>
            </a:r>
            <a:r>
              <a:rPr lang="en-GB" sz="2000" dirty="0"/>
              <a:t>, height, width</a:t>
            </a:r>
            <a:endParaRPr lang="en-US" sz="2000" dirty="0"/>
          </a:p>
        </p:txBody>
      </p:sp>
      <p:pic>
        <p:nvPicPr>
          <p:cNvPr id="5" name="Picture 4">
            <a:extLst>
              <a:ext uri="{FF2B5EF4-FFF2-40B4-BE49-F238E27FC236}">
                <a16:creationId xmlns:a16="http://schemas.microsoft.com/office/drawing/2014/main" id="{6EFD78E9-B93F-279F-1863-F8E60141F12D}"/>
              </a:ext>
            </a:extLst>
          </p:cNvPr>
          <p:cNvPicPr>
            <a:picLocks noChangeAspect="1"/>
          </p:cNvPicPr>
          <p:nvPr/>
        </p:nvPicPr>
        <p:blipFill>
          <a:blip r:embed="rId2"/>
          <a:stretch>
            <a:fillRect/>
          </a:stretch>
        </p:blipFill>
        <p:spPr>
          <a:xfrm>
            <a:off x="174436" y="4475346"/>
            <a:ext cx="11843127" cy="1543297"/>
          </a:xfrm>
          <a:prstGeom prst="rect">
            <a:avLst/>
          </a:prstGeom>
          <a:noFill/>
        </p:spPr>
      </p:pic>
    </p:spTree>
    <p:extLst>
      <p:ext uri="{BB962C8B-B14F-4D97-AF65-F5344CB8AC3E}">
        <p14:creationId xmlns:p14="http://schemas.microsoft.com/office/powerpoint/2010/main" val="582749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reative coding - Wikipedia">
            <a:extLst>
              <a:ext uri="{FF2B5EF4-FFF2-40B4-BE49-F238E27FC236}">
                <a16:creationId xmlns:a16="http://schemas.microsoft.com/office/drawing/2014/main" id="{E75E9380-B5A7-121D-3BBC-577EFCE715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481" b="1"/>
          <a:stretch>
            <a:fillRect/>
          </a:stretch>
        </p:blipFill>
        <p:spPr bwMode="auto">
          <a:xfrm>
            <a:off x="7610475" y="1"/>
            <a:ext cx="4581525" cy="6858000"/>
          </a:xfrm>
          <a:prstGeom prst="rect">
            <a:avLst/>
          </a:prstGeom>
          <a:solidFill>
            <a:srgbClr val="FFFFFF"/>
          </a:solidFill>
        </p:spPr>
      </p:pic>
      <p:sp>
        <p:nvSpPr>
          <p:cNvPr id="4" name="Slide Number Placeholder 3" hidden="1">
            <a:extLst>
              <a:ext uri="{FF2B5EF4-FFF2-40B4-BE49-F238E27FC236}">
                <a16:creationId xmlns:a16="http://schemas.microsoft.com/office/drawing/2014/main" id="{4B0050AC-985D-C055-EA2B-099FC7F86A6A}"/>
              </a:ext>
            </a:extLst>
          </p:cNvPr>
          <p:cNvSpPr>
            <a:spLocks noGrp="1"/>
          </p:cNvSpPr>
          <p:nvPr>
            <p:ph type="sldNum" sz="quarter" idx="4294967295"/>
          </p:nvPr>
        </p:nvSpPr>
        <p:spPr>
          <a:xfrm>
            <a:off x="911352" y="6246622"/>
            <a:ext cx="2670048" cy="365125"/>
          </a:xfrm>
        </p:spPr>
        <p:txBody>
          <a:bodyPr/>
          <a:lstStyle/>
          <a:p>
            <a:pPr>
              <a:spcAft>
                <a:spcPts val="600"/>
              </a:spcAft>
            </a:pPr>
            <a:fld id="{B5CEABB6-07DC-46E8-9B57-56EC44A396E5}" type="slidenum">
              <a:rPr lang="en-US" smtClean="0"/>
              <a:pPr>
                <a:spcAft>
                  <a:spcPts val="600"/>
                </a:spcAft>
              </a:pPr>
              <a:t>5</a:t>
            </a:fld>
            <a:endParaRPr lang="en-US"/>
          </a:p>
        </p:txBody>
      </p:sp>
      <p:sp>
        <p:nvSpPr>
          <p:cNvPr id="5" name="Title 1">
            <a:extLst>
              <a:ext uri="{FF2B5EF4-FFF2-40B4-BE49-F238E27FC236}">
                <a16:creationId xmlns:a16="http://schemas.microsoft.com/office/drawing/2014/main" id="{0B325295-B4B0-851A-FA25-F23BB4D7D046}"/>
              </a:ext>
            </a:extLst>
          </p:cNvPr>
          <p:cNvSpPr>
            <a:spLocks noGrp="1"/>
          </p:cNvSpPr>
          <p:nvPr>
            <p:ph type="title"/>
          </p:nvPr>
        </p:nvSpPr>
        <p:spPr>
          <a:xfrm>
            <a:off x="1092619" y="-1810544"/>
            <a:ext cx="5864225" cy="3621087"/>
          </a:xfrm>
        </p:spPr>
        <p:txBody>
          <a:bodyPr>
            <a:normAutofit/>
          </a:bodyPr>
          <a:lstStyle/>
          <a:p>
            <a:r>
              <a:rPr lang="ro-RO" sz="4000" dirty="0"/>
              <a:t>Obținerea datelor</a:t>
            </a:r>
            <a:endParaRPr lang="en-ZA" sz="4000" dirty="0"/>
          </a:p>
        </p:txBody>
      </p:sp>
      <p:sp>
        <p:nvSpPr>
          <p:cNvPr id="6" name="Text Placeholder 3">
            <a:extLst>
              <a:ext uri="{FF2B5EF4-FFF2-40B4-BE49-F238E27FC236}">
                <a16:creationId xmlns:a16="http://schemas.microsoft.com/office/drawing/2014/main" id="{29425694-D547-450E-46EB-F6EC6F17CA8B}"/>
              </a:ext>
            </a:extLst>
          </p:cNvPr>
          <p:cNvSpPr txBox="1">
            <a:spLocks/>
          </p:cNvSpPr>
          <p:nvPr/>
        </p:nvSpPr>
        <p:spPr>
          <a:xfrm>
            <a:off x="809995" y="2580528"/>
            <a:ext cx="6429472" cy="34930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t>De pe site-ul </a:t>
            </a:r>
            <a:r>
              <a:rPr lang="en-GB" sz="2000" dirty="0" err="1"/>
              <a:t>Wikidata</a:t>
            </a:r>
            <a:r>
              <a:rPr lang="en-GB" sz="2000" dirty="0"/>
              <a:t>, a </a:t>
            </a:r>
            <a:r>
              <a:rPr lang="en-GB" sz="2000" dirty="0" err="1"/>
              <a:t>fost</a:t>
            </a:r>
            <a:r>
              <a:rPr lang="en-GB" sz="2000" dirty="0"/>
              <a:t> </a:t>
            </a:r>
            <a:r>
              <a:rPr lang="en-GB" sz="2000" dirty="0" err="1"/>
              <a:t>efectuat</a:t>
            </a:r>
            <a:r>
              <a:rPr lang="ro-RO" sz="2000" dirty="0"/>
              <a:t>ă o metodă de Webscraping prin API folosind SPARQL</a:t>
            </a:r>
          </a:p>
          <a:p>
            <a:r>
              <a:rPr lang="ro-RO" sz="2000" dirty="0"/>
              <a:t>Endpoint-ul SPARQL  al Wikidata este </a:t>
            </a:r>
            <a:r>
              <a:rPr lang="en-US" sz="2000" dirty="0">
                <a:hlinkClick r:id="rId3"/>
              </a:rPr>
              <a:t>https://query.wikidata.org/sparql</a:t>
            </a:r>
            <a:r>
              <a:rPr lang="ro-RO" sz="2000" dirty="0"/>
              <a:t> care primește query-uri și intoarce JSON-uri care conțin datele căutate</a:t>
            </a:r>
          </a:p>
          <a:p>
            <a:r>
              <a:rPr lang="ro-RO" sz="2000" dirty="0"/>
              <a:t>Mai departe, datele în format JSON vor fi transformate în etapa de preprocesare</a:t>
            </a:r>
          </a:p>
          <a:p>
            <a:endParaRPr lang="ro-RO" dirty="0"/>
          </a:p>
          <a:p>
            <a:endParaRPr lang="en-US" dirty="0"/>
          </a:p>
        </p:txBody>
      </p:sp>
    </p:spTree>
    <p:extLst>
      <p:ext uri="{BB962C8B-B14F-4D97-AF65-F5344CB8AC3E}">
        <p14:creationId xmlns:p14="http://schemas.microsoft.com/office/powerpoint/2010/main" val="2176886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25000"/>
            <a:lumOff val="75000"/>
          </a:schemeClr>
        </a:solidFill>
        <a:effectLst/>
      </p:bgPr>
    </p:bg>
    <p:spTree>
      <p:nvGrpSpPr>
        <p:cNvPr id="1" name="">
          <a:extLst>
            <a:ext uri="{FF2B5EF4-FFF2-40B4-BE49-F238E27FC236}">
              <a16:creationId xmlns:a16="http://schemas.microsoft.com/office/drawing/2014/main" id="{E8E49202-C8BD-6BC1-9348-E77050BF1F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B23E56-BF6E-0A7E-D9DD-A6F9F728C4DC}"/>
              </a:ext>
            </a:extLst>
          </p:cNvPr>
          <p:cNvSpPr>
            <a:spLocks noGrp="1"/>
          </p:cNvSpPr>
          <p:nvPr>
            <p:ph type="title"/>
          </p:nvPr>
        </p:nvSpPr>
        <p:spPr>
          <a:xfrm>
            <a:off x="3163824" y="-2431108"/>
            <a:ext cx="5864352" cy="3621024"/>
          </a:xfrm>
        </p:spPr>
        <p:txBody>
          <a:bodyPr>
            <a:normAutofit/>
          </a:bodyPr>
          <a:lstStyle/>
          <a:p>
            <a:r>
              <a:rPr lang="ro-RO" sz="4000" dirty="0"/>
              <a:t>Obținerea datelor</a:t>
            </a:r>
            <a:endParaRPr lang="en-ZA" sz="4000" dirty="0"/>
          </a:p>
        </p:txBody>
      </p:sp>
      <p:sp>
        <p:nvSpPr>
          <p:cNvPr id="4" name="Text Placeholder 3">
            <a:extLst>
              <a:ext uri="{FF2B5EF4-FFF2-40B4-BE49-F238E27FC236}">
                <a16:creationId xmlns:a16="http://schemas.microsoft.com/office/drawing/2014/main" id="{2757947A-4F22-EDFB-DD91-E8E3B9864DC9}"/>
              </a:ext>
            </a:extLst>
          </p:cNvPr>
          <p:cNvSpPr>
            <a:spLocks noGrp="1"/>
          </p:cNvSpPr>
          <p:nvPr>
            <p:ph type="body" sz="quarter" idx="4294967295"/>
          </p:nvPr>
        </p:nvSpPr>
        <p:spPr>
          <a:xfrm>
            <a:off x="6351639" y="2455176"/>
            <a:ext cx="5706272" cy="3492500"/>
          </a:xfrm>
        </p:spPr>
        <p:txBody>
          <a:bodyPr>
            <a:normAutofit/>
          </a:bodyPr>
          <a:lstStyle/>
          <a:p>
            <a:r>
              <a:rPr lang="ro-RO" sz="2000" dirty="0"/>
              <a:t>Query-ul</a:t>
            </a:r>
            <a:r>
              <a:rPr lang="en-GB" sz="2000" dirty="0"/>
              <a:t> SPARQL</a:t>
            </a:r>
            <a:r>
              <a:rPr lang="ro-RO" sz="2000" dirty="0"/>
              <a:t> utilizat este relativ simplu, presupune o metodă de SELECT care caută mai multe feature-uri </a:t>
            </a:r>
          </a:p>
          <a:p>
            <a:r>
              <a:rPr lang="ro-RO" sz="2000" dirty="0"/>
              <a:t>Astfel se identifică toate entitățile care sunt </a:t>
            </a:r>
            <a:r>
              <a:rPr lang="en-GB" sz="2000" dirty="0"/>
              <a:t>“</a:t>
            </a:r>
            <a:r>
              <a:rPr lang="ro-RO" sz="2000" dirty="0"/>
              <a:t>painting</a:t>
            </a:r>
            <a:r>
              <a:rPr lang="en-GB" sz="2000" dirty="0"/>
              <a:t>”, care au o imagine, un </a:t>
            </a:r>
            <a:r>
              <a:rPr lang="en-GB" sz="2000" dirty="0" err="1"/>
              <a:t>autor</a:t>
            </a:r>
            <a:r>
              <a:rPr lang="en-GB" sz="2000" dirty="0"/>
              <a:t>, o </a:t>
            </a:r>
            <a:r>
              <a:rPr lang="en-GB" sz="2000" dirty="0" err="1"/>
              <a:t>dat</a:t>
            </a:r>
            <a:r>
              <a:rPr lang="ro-RO" sz="2000" dirty="0"/>
              <a:t>ă la care au fost create, etc.</a:t>
            </a:r>
          </a:p>
          <a:p>
            <a:r>
              <a:rPr lang="ro-RO" sz="2000" dirty="0"/>
              <a:t>Limita a fost de 5000 de intrări, multe din acestea urmând să fie eliminate în stadiul de preprocesare</a:t>
            </a:r>
            <a:endParaRPr lang="en-US" sz="2000" dirty="0"/>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72B6E5DC-566D-3931-02BD-2E2C7D3A6C20}"/>
                  </a:ext>
                </a:extLst>
              </p14:cNvPr>
              <p14:cNvContentPartPr/>
              <p14:nvPr/>
            </p14:nvContentPartPr>
            <p14:xfrm>
              <a:off x="6980768" y="1327076"/>
              <a:ext cx="360" cy="360"/>
            </p14:xfrm>
          </p:contentPart>
        </mc:Choice>
        <mc:Fallback xmlns="">
          <p:pic>
            <p:nvPicPr>
              <p:cNvPr id="6" name="Ink 5">
                <a:extLst>
                  <a:ext uri="{FF2B5EF4-FFF2-40B4-BE49-F238E27FC236}">
                    <a16:creationId xmlns:a16="http://schemas.microsoft.com/office/drawing/2014/main" id="{72B6E5DC-566D-3931-02BD-2E2C7D3A6C20}"/>
                  </a:ext>
                </a:extLst>
              </p:cNvPr>
              <p:cNvPicPr/>
              <p:nvPr/>
            </p:nvPicPr>
            <p:blipFill>
              <a:blip r:embed="rId3"/>
              <a:stretch>
                <a:fillRect/>
              </a:stretch>
            </p:blipFill>
            <p:spPr>
              <a:xfrm>
                <a:off x="6974648" y="13209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74A8E9C8-F629-C4CF-B660-020F142FFCAE}"/>
                  </a:ext>
                </a:extLst>
              </p14:cNvPr>
              <p14:cNvContentPartPr/>
              <p14:nvPr/>
            </p14:nvContentPartPr>
            <p14:xfrm>
              <a:off x="4208017" y="1189916"/>
              <a:ext cx="360" cy="360"/>
            </p14:xfrm>
          </p:contentPart>
        </mc:Choice>
        <mc:Fallback xmlns="">
          <p:pic>
            <p:nvPicPr>
              <p:cNvPr id="7" name="Ink 6">
                <a:extLst>
                  <a:ext uri="{FF2B5EF4-FFF2-40B4-BE49-F238E27FC236}">
                    <a16:creationId xmlns:a16="http://schemas.microsoft.com/office/drawing/2014/main" id="{74A8E9C8-F629-C4CF-B660-020F142FFCAE}"/>
                  </a:ext>
                </a:extLst>
              </p:cNvPr>
              <p:cNvPicPr/>
              <p:nvPr/>
            </p:nvPicPr>
            <p:blipFill>
              <a:blip r:embed="rId3"/>
              <a:stretch>
                <a:fillRect/>
              </a:stretch>
            </p:blipFill>
            <p:spPr>
              <a:xfrm>
                <a:off x="4201897" y="11837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A1B1591D-F7B9-649A-5F80-5ED56B21F8C6}"/>
                  </a:ext>
                </a:extLst>
              </p14:cNvPr>
              <p14:cNvContentPartPr/>
              <p14:nvPr/>
            </p14:nvContentPartPr>
            <p14:xfrm>
              <a:off x="3716257" y="1228796"/>
              <a:ext cx="360" cy="360"/>
            </p14:xfrm>
          </p:contentPart>
        </mc:Choice>
        <mc:Fallback xmlns="">
          <p:pic>
            <p:nvPicPr>
              <p:cNvPr id="8" name="Ink 7">
                <a:extLst>
                  <a:ext uri="{FF2B5EF4-FFF2-40B4-BE49-F238E27FC236}">
                    <a16:creationId xmlns:a16="http://schemas.microsoft.com/office/drawing/2014/main" id="{A1B1591D-F7B9-649A-5F80-5ED56B21F8C6}"/>
                  </a:ext>
                </a:extLst>
              </p:cNvPr>
              <p:cNvPicPr/>
              <p:nvPr/>
            </p:nvPicPr>
            <p:blipFill>
              <a:blip r:embed="rId3"/>
              <a:stretch>
                <a:fillRect/>
              </a:stretch>
            </p:blipFill>
            <p:spPr>
              <a:xfrm>
                <a:off x="3710137" y="1222676"/>
                <a:ext cx="12600" cy="12600"/>
              </a:xfrm>
              <a:prstGeom prst="rect">
                <a:avLst/>
              </a:prstGeom>
            </p:spPr>
          </p:pic>
        </mc:Fallback>
      </mc:AlternateContent>
      <p:pic>
        <p:nvPicPr>
          <p:cNvPr id="5" name="Picture 4">
            <a:extLst>
              <a:ext uri="{FF2B5EF4-FFF2-40B4-BE49-F238E27FC236}">
                <a16:creationId xmlns:a16="http://schemas.microsoft.com/office/drawing/2014/main" id="{E21FACC0-6D60-5593-F0C5-A9FD53EE70E2}"/>
              </a:ext>
            </a:extLst>
          </p:cNvPr>
          <p:cNvPicPr>
            <a:picLocks noChangeAspect="1"/>
          </p:cNvPicPr>
          <p:nvPr/>
        </p:nvPicPr>
        <p:blipFill>
          <a:blip r:embed="rId6"/>
          <a:stretch>
            <a:fillRect/>
          </a:stretch>
        </p:blipFill>
        <p:spPr>
          <a:xfrm>
            <a:off x="389729" y="2111047"/>
            <a:ext cx="5706271" cy="3953427"/>
          </a:xfrm>
          <a:prstGeom prst="rect">
            <a:avLst/>
          </a:prstGeom>
        </p:spPr>
      </p:pic>
    </p:spTree>
    <p:extLst>
      <p:ext uri="{BB962C8B-B14F-4D97-AF65-F5344CB8AC3E}">
        <p14:creationId xmlns:p14="http://schemas.microsoft.com/office/powerpoint/2010/main" val="801417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a:extLst>
            <a:ext uri="{FF2B5EF4-FFF2-40B4-BE49-F238E27FC236}">
              <a16:creationId xmlns:a16="http://schemas.microsoft.com/office/drawing/2014/main" id="{B358A7D3-5D91-7EE8-9DD1-A503D04D4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44B8EE-D6C4-1793-2CD1-598CC3ECEDC7}"/>
              </a:ext>
            </a:extLst>
          </p:cNvPr>
          <p:cNvSpPr>
            <a:spLocks noGrp="1"/>
          </p:cNvSpPr>
          <p:nvPr>
            <p:ph type="title"/>
          </p:nvPr>
        </p:nvSpPr>
        <p:spPr>
          <a:xfrm>
            <a:off x="3812628" y="656335"/>
            <a:ext cx="10405174" cy="1326514"/>
          </a:xfrm>
        </p:spPr>
        <p:txBody>
          <a:bodyPr anchor="b">
            <a:normAutofit/>
          </a:bodyPr>
          <a:lstStyle/>
          <a:p>
            <a:pPr algn="ctr"/>
            <a:r>
              <a:rPr lang="ro-RO" sz="4000" dirty="0"/>
              <a:t>Preprocesarea </a:t>
            </a:r>
            <a:br>
              <a:rPr lang="ro-RO" sz="4000" dirty="0"/>
            </a:br>
            <a:r>
              <a:rPr lang="ro-RO" sz="4000" dirty="0"/>
              <a:t>datelor</a:t>
            </a:r>
            <a:endParaRPr lang="en-US" sz="4000" dirty="0"/>
          </a:p>
        </p:txBody>
      </p:sp>
      <p:pic>
        <p:nvPicPr>
          <p:cNvPr id="3074" name="Picture 2" descr="What is Creative Coding? - Meadows School of the Arts, SMU">
            <a:extLst>
              <a:ext uri="{FF2B5EF4-FFF2-40B4-BE49-F238E27FC236}">
                <a16:creationId xmlns:a16="http://schemas.microsoft.com/office/drawing/2014/main" id="{613FF17D-4C1E-BF36-3D0C-93A5BEEB000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0"/>
            <a:ext cx="6007616" cy="6858000"/>
          </a:xfrm>
          <a:prstGeom prst="rect">
            <a:avLst/>
          </a:prstGeom>
          <a:solidFill>
            <a:srgbClr val="FFFFFF"/>
          </a:solidFill>
        </p:spPr>
      </p:pic>
      <p:sp>
        <p:nvSpPr>
          <p:cNvPr id="7" name="Text Placeholder 6">
            <a:extLst>
              <a:ext uri="{FF2B5EF4-FFF2-40B4-BE49-F238E27FC236}">
                <a16:creationId xmlns:a16="http://schemas.microsoft.com/office/drawing/2014/main" id="{2591023E-87E4-61A1-36C5-2429D42840A2}"/>
              </a:ext>
            </a:extLst>
          </p:cNvPr>
          <p:cNvSpPr>
            <a:spLocks noGrp="1"/>
          </p:cNvSpPr>
          <p:nvPr>
            <p:ph sz="quarter" idx="14"/>
          </p:nvPr>
        </p:nvSpPr>
        <p:spPr>
          <a:xfrm>
            <a:off x="6410644" y="2676176"/>
            <a:ext cx="4887594" cy="3687763"/>
          </a:xfrm>
        </p:spPr>
        <p:txBody>
          <a:bodyPr>
            <a:normAutofit/>
          </a:bodyPr>
          <a:lstStyle/>
          <a:p>
            <a:pPr marL="285750" indent="-285750">
              <a:lnSpc>
                <a:spcPct val="90000"/>
              </a:lnSpc>
              <a:buFont typeface="Arial" panose="020B0604020202020204" pitchFamily="34" charset="0"/>
              <a:buChar char="•"/>
            </a:pPr>
            <a:r>
              <a:rPr lang="ro-RO" sz="1700" dirty="0"/>
              <a:t>Datele au fost transformate din format JSON într-un dataframe </a:t>
            </a:r>
          </a:p>
          <a:p>
            <a:pPr marL="285750" indent="-285750">
              <a:lnSpc>
                <a:spcPct val="90000"/>
              </a:lnSpc>
              <a:buFont typeface="Arial" panose="020B0604020202020204" pitchFamily="34" charset="0"/>
              <a:buChar char="•"/>
            </a:pPr>
            <a:r>
              <a:rPr lang="ro-RO" sz="1700" dirty="0"/>
              <a:t>Câteva valori din JSON au fost transformate aici, cum ar fi feature-urile height si width care au fost convertite din string în float </a:t>
            </a:r>
          </a:p>
          <a:p>
            <a:pPr marL="285750" indent="-285750">
              <a:lnSpc>
                <a:spcPct val="90000"/>
              </a:lnSpc>
              <a:buFont typeface="Arial" panose="020B0604020202020204" pitchFamily="34" charset="0"/>
              <a:buChar char="•"/>
            </a:pPr>
            <a:r>
              <a:rPr lang="ro-RO" sz="1700" dirty="0"/>
              <a:t>Pentru year (anul în care a fost realizată pictura), formatul Wikidata întoarce data la care a fost realizată aceasta îtr-un format precum </a:t>
            </a:r>
            <a:r>
              <a:rPr lang="en-GB" sz="1700" dirty="0"/>
              <a:t>“</a:t>
            </a:r>
            <a:r>
              <a:rPr lang="en-US" sz="1700" dirty="0"/>
              <a:t>1889-06-01T00:00:00Z</a:t>
            </a:r>
            <a:r>
              <a:rPr lang="en-GB" sz="1700" dirty="0"/>
              <a:t>”</a:t>
            </a:r>
            <a:r>
              <a:rPr lang="ro-RO" sz="1700" dirty="0"/>
              <a:t>. În dataframe au fost alese doar primele 4 caractere, deoarece dorim să extragem doar anul în care au fost create picturile</a:t>
            </a:r>
            <a:endParaRPr lang="en-US" sz="1700" dirty="0"/>
          </a:p>
        </p:txBody>
      </p:sp>
    </p:spTree>
    <p:extLst>
      <p:ext uri="{BB962C8B-B14F-4D97-AF65-F5344CB8AC3E}">
        <p14:creationId xmlns:p14="http://schemas.microsoft.com/office/powerpoint/2010/main" val="3429375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003A510-66D5-1177-AA49-5DFBE43A1A03}"/>
              </a:ext>
            </a:extLst>
          </p:cNvPr>
          <p:cNvSpPr>
            <a:spLocks noGrp="1"/>
          </p:cNvSpPr>
          <p:nvPr>
            <p:ph type="title"/>
          </p:nvPr>
        </p:nvSpPr>
        <p:spPr>
          <a:xfrm>
            <a:off x="2301471" y="983"/>
            <a:ext cx="7923293" cy="1249680"/>
          </a:xfrm>
        </p:spPr>
        <p:txBody>
          <a:bodyPr anchor="b">
            <a:normAutofit/>
          </a:bodyPr>
          <a:lstStyle/>
          <a:p>
            <a:r>
              <a:rPr lang="ro-RO" sz="4000" dirty="0"/>
              <a:t>Preprocesarea datelor</a:t>
            </a:r>
            <a:endParaRPr lang="en-US" sz="4000" dirty="0"/>
          </a:p>
        </p:txBody>
      </p:sp>
      <p:graphicFrame>
        <p:nvGraphicFramePr>
          <p:cNvPr id="8" name="Text Placeholder 2">
            <a:extLst>
              <a:ext uri="{FF2B5EF4-FFF2-40B4-BE49-F238E27FC236}">
                <a16:creationId xmlns:a16="http://schemas.microsoft.com/office/drawing/2014/main" id="{5A141ABF-FE97-FB0E-BA02-FE120952ED2B}"/>
              </a:ext>
            </a:extLst>
          </p:cNvPr>
          <p:cNvGraphicFramePr/>
          <p:nvPr>
            <p:extLst>
              <p:ext uri="{D42A27DB-BD31-4B8C-83A1-F6EECF244321}">
                <p14:modId xmlns:p14="http://schemas.microsoft.com/office/powerpoint/2010/main" val="1453448339"/>
              </p:ext>
            </p:extLst>
          </p:nvPr>
        </p:nvGraphicFramePr>
        <p:xfrm>
          <a:off x="1317460" y="1250663"/>
          <a:ext cx="9891313" cy="53915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50272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BF9F0-B02C-F479-3755-F41439C1E147}"/>
              </a:ext>
            </a:extLst>
          </p:cNvPr>
          <p:cNvSpPr>
            <a:spLocks noGrp="1"/>
          </p:cNvSpPr>
          <p:nvPr>
            <p:ph type="title"/>
          </p:nvPr>
        </p:nvSpPr>
        <p:spPr>
          <a:xfrm>
            <a:off x="5299586" y="-1760465"/>
            <a:ext cx="5641897" cy="3316893"/>
          </a:xfrm>
        </p:spPr>
        <p:txBody>
          <a:bodyPr/>
          <a:lstStyle/>
          <a:p>
            <a:r>
              <a:rPr lang="ro-RO" dirty="0"/>
              <a:t>Analiza datelor</a:t>
            </a:r>
            <a:endParaRPr lang="en-ZA" dirty="0"/>
          </a:p>
        </p:txBody>
      </p:sp>
      <p:sp>
        <p:nvSpPr>
          <p:cNvPr id="5" name="Text Placeholder 4">
            <a:extLst>
              <a:ext uri="{FF2B5EF4-FFF2-40B4-BE49-F238E27FC236}">
                <a16:creationId xmlns:a16="http://schemas.microsoft.com/office/drawing/2014/main" id="{CE3C8A46-D49C-FB70-9062-B672F2F7FB49}"/>
              </a:ext>
            </a:extLst>
          </p:cNvPr>
          <p:cNvSpPr>
            <a:spLocks noGrp="1"/>
          </p:cNvSpPr>
          <p:nvPr>
            <p:ph type="body" sz="quarter" idx="13"/>
          </p:nvPr>
        </p:nvSpPr>
        <p:spPr>
          <a:xfrm>
            <a:off x="5299586" y="2330205"/>
            <a:ext cx="5580586" cy="2197590"/>
          </a:xfrm>
        </p:spPr>
        <p:txBody>
          <a:bodyPr>
            <a:normAutofit fontScale="85000" lnSpcReduction="10000"/>
          </a:bodyPr>
          <a:lstStyle/>
          <a:p>
            <a:pPr marL="457200" indent="-457200">
              <a:buFont typeface="Arial" panose="020B0604020202020204" pitchFamily="34" charset="0"/>
              <a:buChar char="•"/>
            </a:pPr>
            <a:r>
              <a:rPr lang="ro-RO" sz="2000" dirty="0"/>
              <a:t>Datele urmează să fie analizate de algoritmi de clasificare (precum Random Forest sau Logistic Regression), care să poată ajuta la organizarea picturilor artistice</a:t>
            </a:r>
          </a:p>
          <a:p>
            <a:pPr marL="457200" indent="-457200">
              <a:buFont typeface="Arial" panose="020B0604020202020204" pitchFamily="34" charset="0"/>
              <a:buChar char="•"/>
            </a:pPr>
            <a:r>
              <a:rPr lang="ro-RO" sz="2000" dirty="0"/>
              <a:t>Setul de date a fost împărțit în date de train și test pentru a facilita procesul de testare a algoritmilor</a:t>
            </a:r>
            <a:endParaRPr lang="en-US" sz="2000" dirty="0"/>
          </a:p>
        </p:txBody>
      </p:sp>
    </p:spTree>
    <p:extLst>
      <p:ext uri="{BB962C8B-B14F-4D97-AF65-F5344CB8AC3E}">
        <p14:creationId xmlns:p14="http://schemas.microsoft.com/office/powerpoint/2010/main" val="4043390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01BBB-FEE8-0717-3B91-1079651C0DBE}"/>
              </a:ext>
            </a:extLst>
          </p:cNvPr>
          <p:cNvSpPr>
            <a:spLocks noGrp="1"/>
          </p:cNvSpPr>
          <p:nvPr>
            <p:ph type="title"/>
          </p:nvPr>
        </p:nvSpPr>
        <p:spPr>
          <a:xfrm>
            <a:off x="2102432" y="-264880"/>
            <a:ext cx="8297380" cy="1326514"/>
          </a:xfrm>
        </p:spPr>
        <p:txBody>
          <a:bodyPr/>
          <a:lstStyle/>
          <a:p>
            <a:r>
              <a:rPr lang="en-GB" dirty="0"/>
              <a:t>Analiza </a:t>
            </a:r>
            <a:r>
              <a:rPr lang="en-GB" dirty="0" err="1"/>
              <a:t>setului</a:t>
            </a:r>
            <a:r>
              <a:rPr lang="en-GB" dirty="0"/>
              <a:t> de date - medium</a:t>
            </a:r>
            <a:endParaRPr lang="en-US" dirty="0"/>
          </a:p>
        </p:txBody>
      </p:sp>
      <p:pic>
        <p:nvPicPr>
          <p:cNvPr id="5" name="Picture 4">
            <a:extLst>
              <a:ext uri="{FF2B5EF4-FFF2-40B4-BE49-F238E27FC236}">
                <a16:creationId xmlns:a16="http://schemas.microsoft.com/office/drawing/2014/main" id="{DF3DEEF6-5F4F-4975-2F21-C825D1553688}"/>
              </a:ext>
            </a:extLst>
          </p:cNvPr>
          <p:cNvPicPr>
            <a:picLocks noChangeAspect="1"/>
          </p:cNvPicPr>
          <p:nvPr/>
        </p:nvPicPr>
        <p:blipFill>
          <a:blip r:embed="rId2"/>
          <a:srcRect t="994"/>
          <a:stretch>
            <a:fillRect/>
          </a:stretch>
        </p:blipFill>
        <p:spPr>
          <a:xfrm>
            <a:off x="1936954" y="1199285"/>
            <a:ext cx="7162103" cy="5339742"/>
          </a:xfrm>
          <a:prstGeom prst="rect">
            <a:avLst/>
          </a:prstGeom>
        </p:spPr>
      </p:pic>
    </p:spTree>
    <p:extLst>
      <p:ext uri="{BB962C8B-B14F-4D97-AF65-F5344CB8AC3E}">
        <p14:creationId xmlns:p14="http://schemas.microsoft.com/office/powerpoint/2010/main" val="34667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E8D25-D403-2E2B-50DA-B21A0500AB0E}"/>
              </a:ext>
            </a:extLst>
          </p:cNvPr>
          <p:cNvSpPr>
            <a:spLocks noGrp="1"/>
          </p:cNvSpPr>
          <p:nvPr>
            <p:ph type="title"/>
          </p:nvPr>
        </p:nvSpPr>
        <p:spPr>
          <a:xfrm>
            <a:off x="852359" y="249377"/>
            <a:ext cx="5775656" cy="3284932"/>
          </a:xfrm>
        </p:spPr>
        <p:txBody>
          <a:bodyPr/>
          <a:lstStyle/>
          <a:p>
            <a:pPr algn="ctr"/>
            <a:r>
              <a:rPr lang="ro-RO" dirty="0"/>
              <a:t>Mulțumesc pentru atenție!</a:t>
            </a:r>
            <a:endParaRPr lang="en-US" dirty="0"/>
          </a:p>
        </p:txBody>
      </p:sp>
    </p:spTree>
    <p:extLst>
      <p:ext uri="{BB962C8B-B14F-4D97-AF65-F5344CB8AC3E}">
        <p14:creationId xmlns:p14="http://schemas.microsoft.com/office/powerpoint/2010/main" val="3493061142"/>
      </p:ext>
    </p:extLst>
  </p:cSld>
  <p:clrMapOvr>
    <a:masterClrMapping/>
  </p:clrMapOvr>
</p:sld>
</file>

<file path=ppt/theme/theme1.xml><?xml version="1.0" encoding="utf-8"?>
<a:theme xmlns:a="http://schemas.openxmlformats.org/drawingml/2006/main" name="Custom">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8_Win32_SL_V4" id="{806921AB-1FF9-416C-A3A7-D14200787132}" vid="{8436FA26-ADF6-4DA9-8A70-95C197E774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C02FA78-7B40-45E2-B806-470B0FC280F6}">
  <ds:schemaRefs>
    <ds:schemaRef ds:uri="http://schemas.microsoft.com/sharepoint/v3/contenttype/forms"/>
  </ds:schemaRefs>
</ds:datastoreItem>
</file>

<file path=customXml/itemProps2.xml><?xml version="1.0" encoding="utf-8"?>
<ds:datastoreItem xmlns:ds="http://schemas.openxmlformats.org/officeDocument/2006/customXml" ds:itemID="{AC5040CA-20CC-43C6-BC0C-8D8696B6AF8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BFBA14A9-9290-4E1F-A1C4-0305BFA57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{949EAD43-BB82-4362-9A36-9B44B4DEB2C0}TFb05bf529-a1dc-42d5-b9d6-8a1e9569dd9caf6e7d0f_win32-c3c9796a48f5</Template>
  <TotalTime>732</TotalTime>
  <Words>601</Words>
  <Application>Microsoft Office PowerPoint</Application>
  <PresentationFormat>Widescreen</PresentationFormat>
  <Paragraphs>38</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Avenir Next LT Pro Light</vt:lpstr>
      <vt:lpstr>Calibri</vt:lpstr>
      <vt:lpstr>Posterama</vt:lpstr>
      <vt:lpstr>Custom</vt:lpstr>
      <vt:lpstr>Predicția stilului de pictură al operelor artistice</vt:lpstr>
      <vt:lpstr>Ideea Proiectului</vt:lpstr>
      <vt:lpstr>De ce?</vt:lpstr>
      <vt:lpstr>Setul de date</vt:lpstr>
      <vt:lpstr>Obținerea datelor</vt:lpstr>
      <vt:lpstr>Obținerea datelor</vt:lpstr>
      <vt:lpstr>Preprocesarea  datelor</vt:lpstr>
      <vt:lpstr>Preprocesarea datelor</vt:lpstr>
      <vt:lpstr>Analiza datelor</vt:lpstr>
      <vt:lpstr>Analiza setului de date - medium</vt:lpstr>
      <vt:lpstr>Mulțumesc pentru atenție!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Eusebiu GLODEA (123695)</dc:creator>
  <cp:lastModifiedBy>Eusebiu GLODEA (123695)</cp:lastModifiedBy>
  <cp:revision>11</cp:revision>
  <dcterms:created xsi:type="dcterms:W3CDTF">2025-11-18T13:03:14Z</dcterms:created>
  <dcterms:modified xsi:type="dcterms:W3CDTF">2025-11-20T14:34:48Z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